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</p:sldMasterIdLst>
  <p:notesMasterIdLst>
    <p:notesMasterId r:id="rId19"/>
  </p:notesMasterIdLst>
  <p:sldIdLst>
    <p:sldId id="2967" r:id="rId5"/>
    <p:sldId id="2947" r:id="rId6"/>
    <p:sldId id="3030" r:id="rId7"/>
    <p:sldId id="3042" r:id="rId1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7" pos="5654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147426-B3E7-0450-1935-148594E629DB}" name="장 인혜" initials="인장" userId="S::ih.jang@micube.co.kr::bcc2d403-e1bd-4ddc-855f-412303128db5" providerId="AD"/>
  <p188:author id="{BAED7C3E-39FE-8A0B-DB14-C0CC12ECE25F}" name="이 기현" initials="기이" userId="S::khlee@micube.co.kr::d90f734c-2536-4260-90aa-b81c26677c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2EC6"/>
    <a:srgbClr val="03EFFB"/>
    <a:srgbClr val="034562"/>
    <a:srgbClr val="1DD199"/>
    <a:srgbClr val="353B41"/>
    <a:srgbClr val="000000"/>
    <a:srgbClr val="548235"/>
    <a:srgbClr val="FFFFFF"/>
    <a:srgbClr val="006999"/>
    <a:srgbClr val="7C86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A9066D-297D-C5AE-2C1C-0F8B82C1E776}" v="6" dt="2026-02-05T07:32:04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94151" autoAdjust="0"/>
  </p:normalViewPr>
  <p:slideViewPr>
    <p:cSldViewPr snapToGrid="0">
      <p:cViewPr varScale="1">
        <p:scale>
          <a:sx n="104" d="100"/>
          <a:sy n="104" d="100"/>
        </p:scale>
        <p:origin x="1026" y="96"/>
      </p:cViewPr>
      <p:guideLst>
        <p:guide pos="3840"/>
        <p:guide pos="7378"/>
        <p:guide pos="565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7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5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5/10/relationships/revisionInfo" Target="revisionInfo.xml"/><Relationship Id="rId25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C535D-F61A-4540-A047-991C14ED25B6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5D2D9-C67A-46C1-AD37-21BE7A9784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22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FE494-91E5-430D-B470-F48FAF5D5E5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5170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CUBE_Cover_Fr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8A173C-D877-0102-5ADE-74FCF69F66B2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A5ADB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39F92E5-D0ED-FF41-9A04-78341F015B14}"/>
              </a:ext>
            </a:extLst>
          </p:cNvPr>
          <p:cNvGrpSpPr/>
          <p:nvPr userDrawn="1"/>
        </p:nvGrpSpPr>
        <p:grpSpPr>
          <a:xfrm>
            <a:off x="6141816" y="1437615"/>
            <a:ext cx="6050184" cy="5420385"/>
            <a:chOff x="6141816" y="1437615"/>
            <a:chExt cx="6050184" cy="5420385"/>
          </a:xfrm>
        </p:grpSpPr>
        <p:pic>
          <p:nvPicPr>
            <p:cNvPr id="5" name="그림 4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B50B38A8-10A4-2F15-F006-B4EEEC46ED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242" t="203" r="71310" b="56787"/>
            <a:stretch/>
          </p:blipFill>
          <p:spPr>
            <a:xfrm>
              <a:off x="6810691" y="2667312"/>
              <a:ext cx="1327315" cy="1539685"/>
            </a:xfrm>
            <a:custGeom>
              <a:avLst/>
              <a:gdLst>
                <a:gd name="connsiteX0" fmla="*/ 820610 w 1641221"/>
                <a:gd name="connsiteY0" fmla="*/ 0 h 1903816"/>
                <a:gd name="connsiteX1" fmla="*/ 1641221 w 1641221"/>
                <a:gd name="connsiteY1" fmla="*/ 410306 h 1903816"/>
                <a:gd name="connsiteX2" fmla="*/ 1641221 w 1641221"/>
                <a:gd name="connsiteY2" fmla="*/ 1493511 h 1903816"/>
                <a:gd name="connsiteX3" fmla="*/ 820610 w 1641221"/>
                <a:gd name="connsiteY3" fmla="*/ 1903816 h 1903816"/>
                <a:gd name="connsiteX4" fmla="*/ 0 w 1641221"/>
                <a:gd name="connsiteY4" fmla="*/ 1493511 h 1903816"/>
                <a:gd name="connsiteX5" fmla="*/ 0 w 1641221"/>
                <a:gd name="connsiteY5" fmla="*/ 410306 h 1903816"/>
                <a:gd name="connsiteX6" fmla="*/ 820610 w 1641221"/>
                <a:gd name="connsiteY6" fmla="*/ 0 h 1903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21" h="1903816">
                  <a:moveTo>
                    <a:pt x="820610" y="0"/>
                  </a:moveTo>
                  <a:lnTo>
                    <a:pt x="1641221" y="410306"/>
                  </a:lnTo>
                  <a:lnTo>
                    <a:pt x="1641221" y="1493511"/>
                  </a:lnTo>
                  <a:lnTo>
                    <a:pt x="820610" y="1903816"/>
                  </a:lnTo>
                  <a:lnTo>
                    <a:pt x="0" y="1493511"/>
                  </a:lnTo>
                  <a:lnTo>
                    <a:pt x="0" y="410306"/>
                  </a:lnTo>
                  <a:lnTo>
                    <a:pt x="820610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pic>
          <p:nvPicPr>
            <p:cNvPr id="6" name="그림 5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FC33405B-6282-7C02-D6C4-3128A4E0C7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3991" t="203" r="21561" b="56787"/>
            <a:stretch/>
          </p:blipFill>
          <p:spPr>
            <a:xfrm>
              <a:off x="9511610" y="2667313"/>
              <a:ext cx="1327313" cy="1539684"/>
            </a:xfrm>
            <a:custGeom>
              <a:avLst/>
              <a:gdLst>
                <a:gd name="connsiteX0" fmla="*/ 820610 w 1641219"/>
                <a:gd name="connsiteY0" fmla="*/ 0 h 1903815"/>
                <a:gd name="connsiteX1" fmla="*/ 1641219 w 1641219"/>
                <a:gd name="connsiteY1" fmla="*/ 410305 h 1903815"/>
                <a:gd name="connsiteX2" fmla="*/ 1641219 w 1641219"/>
                <a:gd name="connsiteY2" fmla="*/ 1493510 h 1903815"/>
                <a:gd name="connsiteX3" fmla="*/ 820610 w 1641219"/>
                <a:gd name="connsiteY3" fmla="*/ 1903815 h 1903815"/>
                <a:gd name="connsiteX4" fmla="*/ 0 w 1641219"/>
                <a:gd name="connsiteY4" fmla="*/ 1493510 h 1903815"/>
                <a:gd name="connsiteX5" fmla="*/ 0 w 1641219"/>
                <a:gd name="connsiteY5" fmla="*/ 410305 h 1903815"/>
                <a:gd name="connsiteX6" fmla="*/ 820610 w 1641219"/>
                <a:gd name="connsiteY6" fmla="*/ 0 h 1903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19" h="1903815">
                  <a:moveTo>
                    <a:pt x="820610" y="0"/>
                  </a:moveTo>
                  <a:lnTo>
                    <a:pt x="1641219" y="410305"/>
                  </a:lnTo>
                  <a:lnTo>
                    <a:pt x="1641219" y="1493510"/>
                  </a:lnTo>
                  <a:lnTo>
                    <a:pt x="820610" y="1903815"/>
                  </a:lnTo>
                  <a:lnTo>
                    <a:pt x="0" y="1493510"/>
                  </a:lnTo>
                  <a:lnTo>
                    <a:pt x="0" y="410305"/>
                  </a:lnTo>
                  <a:lnTo>
                    <a:pt x="820610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pic>
          <p:nvPicPr>
            <p:cNvPr id="7" name="그림 6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B9634432-DED2-3139-AD2B-BFF8C7E8F1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9116" t="203" r="46435" b="56787"/>
            <a:stretch/>
          </p:blipFill>
          <p:spPr>
            <a:xfrm>
              <a:off x="8161150" y="2667313"/>
              <a:ext cx="1327314" cy="1539684"/>
            </a:xfrm>
            <a:custGeom>
              <a:avLst/>
              <a:gdLst>
                <a:gd name="connsiteX0" fmla="*/ 820610 w 1641220"/>
                <a:gd name="connsiteY0" fmla="*/ 0 h 1903815"/>
                <a:gd name="connsiteX1" fmla="*/ 1641220 w 1641220"/>
                <a:gd name="connsiteY1" fmla="*/ 410305 h 1903815"/>
                <a:gd name="connsiteX2" fmla="*/ 1641220 w 1641220"/>
                <a:gd name="connsiteY2" fmla="*/ 1493510 h 1903815"/>
                <a:gd name="connsiteX3" fmla="*/ 820610 w 1641220"/>
                <a:gd name="connsiteY3" fmla="*/ 1903815 h 1903815"/>
                <a:gd name="connsiteX4" fmla="*/ 0 w 1641220"/>
                <a:gd name="connsiteY4" fmla="*/ 1493510 h 1903815"/>
                <a:gd name="connsiteX5" fmla="*/ 0 w 1641220"/>
                <a:gd name="connsiteY5" fmla="*/ 410305 h 1903815"/>
                <a:gd name="connsiteX6" fmla="*/ 820610 w 1641220"/>
                <a:gd name="connsiteY6" fmla="*/ 0 h 1903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20" h="1903815">
                  <a:moveTo>
                    <a:pt x="820610" y="0"/>
                  </a:moveTo>
                  <a:lnTo>
                    <a:pt x="1641220" y="410305"/>
                  </a:lnTo>
                  <a:lnTo>
                    <a:pt x="1641220" y="1493510"/>
                  </a:lnTo>
                  <a:lnTo>
                    <a:pt x="820610" y="1903815"/>
                  </a:lnTo>
                  <a:lnTo>
                    <a:pt x="0" y="1493510"/>
                  </a:lnTo>
                  <a:lnTo>
                    <a:pt x="0" y="410305"/>
                  </a:lnTo>
                  <a:lnTo>
                    <a:pt x="820610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pic>
          <p:nvPicPr>
            <p:cNvPr id="8" name="그림 7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A244CAD9-0B57-AE6B-4B3C-1C15042FAC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530" t="34310" r="34022" b="22680"/>
            <a:stretch/>
          </p:blipFill>
          <p:spPr>
            <a:xfrm>
              <a:off x="8835078" y="3888276"/>
              <a:ext cx="1327314" cy="1539683"/>
            </a:xfrm>
            <a:custGeom>
              <a:avLst/>
              <a:gdLst>
                <a:gd name="connsiteX0" fmla="*/ 820610 w 1641220"/>
                <a:gd name="connsiteY0" fmla="*/ 0 h 1903814"/>
                <a:gd name="connsiteX1" fmla="*/ 1641220 w 1641220"/>
                <a:gd name="connsiteY1" fmla="*/ 410305 h 1903814"/>
                <a:gd name="connsiteX2" fmla="*/ 1641220 w 1641220"/>
                <a:gd name="connsiteY2" fmla="*/ 1493510 h 1903814"/>
                <a:gd name="connsiteX3" fmla="*/ 820610 w 1641220"/>
                <a:gd name="connsiteY3" fmla="*/ 1903814 h 1903814"/>
                <a:gd name="connsiteX4" fmla="*/ 0 w 1641220"/>
                <a:gd name="connsiteY4" fmla="*/ 1493509 h 1903814"/>
                <a:gd name="connsiteX5" fmla="*/ 0 w 1641220"/>
                <a:gd name="connsiteY5" fmla="*/ 410305 h 1903814"/>
                <a:gd name="connsiteX6" fmla="*/ 820610 w 1641220"/>
                <a:gd name="connsiteY6" fmla="*/ 0 h 190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20" h="1903814">
                  <a:moveTo>
                    <a:pt x="820610" y="0"/>
                  </a:moveTo>
                  <a:lnTo>
                    <a:pt x="1641220" y="410305"/>
                  </a:lnTo>
                  <a:lnTo>
                    <a:pt x="1641220" y="1493510"/>
                  </a:lnTo>
                  <a:lnTo>
                    <a:pt x="820610" y="1903814"/>
                  </a:lnTo>
                  <a:lnTo>
                    <a:pt x="0" y="1493509"/>
                  </a:lnTo>
                  <a:lnTo>
                    <a:pt x="0" y="410305"/>
                  </a:lnTo>
                  <a:lnTo>
                    <a:pt x="820610" y="0"/>
                  </a:lnTo>
                  <a:close/>
                </a:path>
              </a:pathLst>
            </a:custGeom>
          </p:spPr>
        </p:pic>
        <p:pic>
          <p:nvPicPr>
            <p:cNvPr id="9" name="그림 8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C0D959C7-8FC4-E47C-23A9-8C9B024C4A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404" t="34310" r="9147" b="22680"/>
            <a:stretch/>
          </p:blipFill>
          <p:spPr>
            <a:xfrm>
              <a:off x="10185539" y="3888277"/>
              <a:ext cx="1327313" cy="1539684"/>
            </a:xfrm>
            <a:custGeom>
              <a:avLst/>
              <a:gdLst>
                <a:gd name="connsiteX0" fmla="*/ 820609 w 1641219"/>
                <a:gd name="connsiteY0" fmla="*/ 0 h 1903815"/>
                <a:gd name="connsiteX1" fmla="*/ 1641219 w 1641219"/>
                <a:gd name="connsiteY1" fmla="*/ 410305 h 1903815"/>
                <a:gd name="connsiteX2" fmla="*/ 1641219 w 1641219"/>
                <a:gd name="connsiteY2" fmla="*/ 1493510 h 1903815"/>
                <a:gd name="connsiteX3" fmla="*/ 820609 w 1641219"/>
                <a:gd name="connsiteY3" fmla="*/ 1903815 h 1903815"/>
                <a:gd name="connsiteX4" fmla="*/ 0 w 1641219"/>
                <a:gd name="connsiteY4" fmla="*/ 1493510 h 1903815"/>
                <a:gd name="connsiteX5" fmla="*/ 0 w 1641219"/>
                <a:gd name="connsiteY5" fmla="*/ 410305 h 1903815"/>
                <a:gd name="connsiteX6" fmla="*/ 820609 w 1641219"/>
                <a:gd name="connsiteY6" fmla="*/ 0 h 1903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19" h="1903815">
                  <a:moveTo>
                    <a:pt x="820609" y="0"/>
                  </a:moveTo>
                  <a:lnTo>
                    <a:pt x="1641219" y="410305"/>
                  </a:lnTo>
                  <a:lnTo>
                    <a:pt x="1641219" y="1493510"/>
                  </a:lnTo>
                  <a:lnTo>
                    <a:pt x="820609" y="1903815"/>
                  </a:lnTo>
                  <a:lnTo>
                    <a:pt x="0" y="1493510"/>
                  </a:lnTo>
                  <a:lnTo>
                    <a:pt x="0" y="410305"/>
                  </a:lnTo>
                  <a:lnTo>
                    <a:pt x="820609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pic>
          <p:nvPicPr>
            <p:cNvPr id="10" name="그림 9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788F35AF-A4F1-1294-2249-EEE81420CE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6655" t="34310" r="58897" b="22680"/>
            <a:stretch/>
          </p:blipFill>
          <p:spPr>
            <a:xfrm>
              <a:off x="7484619" y="3888278"/>
              <a:ext cx="1327315" cy="1539683"/>
            </a:xfrm>
            <a:custGeom>
              <a:avLst/>
              <a:gdLst>
                <a:gd name="connsiteX0" fmla="*/ 820611 w 1641221"/>
                <a:gd name="connsiteY0" fmla="*/ 0 h 1903814"/>
                <a:gd name="connsiteX1" fmla="*/ 1641221 w 1641221"/>
                <a:gd name="connsiteY1" fmla="*/ 410305 h 1903814"/>
                <a:gd name="connsiteX2" fmla="*/ 1641221 w 1641221"/>
                <a:gd name="connsiteY2" fmla="*/ 1493509 h 1903814"/>
                <a:gd name="connsiteX3" fmla="*/ 820611 w 1641221"/>
                <a:gd name="connsiteY3" fmla="*/ 1903814 h 1903814"/>
                <a:gd name="connsiteX4" fmla="*/ 0 w 1641221"/>
                <a:gd name="connsiteY4" fmla="*/ 1493509 h 1903814"/>
                <a:gd name="connsiteX5" fmla="*/ 0 w 1641221"/>
                <a:gd name="connsiteY5" fmla="*/ 410305 h 1903814"/>
                <a:gd name="connsiteX6" fmla="*/ 820611 w 1641221"/>
                <a:gd name="connsiteY6" fmla="*/ 0 h 190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21" h="1903814">
                  <a:moveTo>
                    <a:pt x="820611" y="0"/>
                  </a:moveTo>
                  <a:lnTo>
                    <a:pt x="1641221" y="410305"/>
                  </a:lnTo>
                  <a:lnTo>
                    <a:pt x="1641221" y="1493509"/>
                  </a:lnTo>
                  <a:lnTo>
                    <a:pt x="820611" y="1903814"/>
                  </a:lnTo>
                  <a:lnTo>
                    <a:pt x="0" y="1493509"/>
                  </a:lnTo>
                  <a:lnTo>
                    <a:pt x="0" y="410305"/>
                  </a:lnTo>
                  <a:lnTo>
                    <a:pt x="820611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sp>
          <p:nvSpPr>
            <p:cNvPr id="11" name="육각형 10">
              <a:extLst>
                <a:ext uri="{FF2B5EF4-FFF2-40B4-BE49-F238E27FC236}">
                  <a16:creationId xmlns:a16="http://schemas.microsoft.com/office/drawing/2014/main" id="{343972ED-C283-F225-AD01-36C25974B058}"/>
                </a:ext>
              </a:extLst>
            </p:cNvPr>
            <p:cNvSpPr/>
            <p:nvPr/>
          </p:nvSpPr>
          <p:spPr>
            <a:xfrm rot="5400000">
              <a:off x="10079353" y="3994460"/>
              <a:ext cx="1539684" cy="1327314"/>
            </a:xfrm>
            <a:prstGeom prst="hexagon">
              <a:avLst/>
            </a:prstGeom>
            <a:gradFill flip="none" rotWithShape="1">
              <a:gsLst>
                <a:gs pos="100000">
                  <a:srgbClr val="006999">
                    <a:alpha val="70000"/>
                  </a:srgbClr>
                </a:gs>
                <a:gs pos="0">
                  <a:srgbClr val="03ACA6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2" name="육각형 11">
              <a:extLst>
                <a:ext uri="{FF2B5EF4-FFF2-40B4-BE49-F238E27FC236}">
                  <a16:creationId xmlns:a16="http://schemas.microsoft.com/office/drawing/2014/main" id="{8D334CC0-B12F-0BF5-D615-767B8873339D}"/>
                </a:ext>
              </a:extLst>
            </p:cNvPr>
            <p:cNvSpPr/>
            <p:nvPr/>
          </p:nvSpPr>
          <p:spPr>
            <a:xfrm rot="5400000">
              <a:off x="7378435" y="3994460"/>
              <a:ext cx="1539684" cy="1327314"/>
            </a:xfrm>
            <a:prstGeom prst="hexagon">
              <a:avLst/>
            </a:prstGeom>
            <a:gradFill flip="none" rotWithShape="1">
              <a:gsLst>
                <a:gs pos="100000">
                  <a:srgbClr val="006999">
                    <a:alpha val="69804"/>
                  </a:srgbClr>
                </a:gs>
                <a:gs pos="0">
                  <a:srgbClr val="03ACA6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" name="육각형 12">
              <a:extLst>
                <a:ext uri="{FF2B5EF4-FFF2-40B4-BE49-F238E27FC236}">
                  <a16:creationId xmlns:a16="http://schemas.microsoft.com/office/drawing/2014/main" id="{AB27CF82-24BA-8A46-2D1B-ACF20ECF9772}"/>
                </a:ext>
              </a:extLst>
            </p:cNvPr>
            <p:cNvSpPr/>
            <p:nvPr/>
          </p:nvSpPr>
          <p:spPr>
            <a:xfrm rot="5400000">
              <a:off x="8728894" y="3994461"/>
              <a:ext cx="1539684" cy="1327314"/>
            </a:xfrm>
            <a:prstGeom prst="hexagon">
              <a:avLst/>
            </a:prstGeom>
            <a:gradFill flip="none" rotWithShape="1">
              <a:gsLst>
                <a:gs pos="0">
                  <a:srgbClr val="1DD199">
                    <a:alpha val="20000"/>
                  </a:srgbClr>
                </a:gs>
                <a:gs pos="100000">
                  <a:srgbClr val="019AAC">
                    <a:alpha val="60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맑은 고딕" panose="020F0502020204030204"/>
                <a:ea typeface="맑은 고딕" panose="020B0503020000020004" pitchFamily="34" charset="-127"/>
              </a:endParaRPr>
            </a:p>
          </p:txBody>
        </p:sp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116E293D-428A-0BCC-65DA-69A951F511A8}"/>
                </a:ext>
              </a:extLst>
            </p:cNvPr>
            <p:cNvSpPr/>
            <p:nvPr/>
          </p:nvSpPr>
          <p:spPr>
            <a:xfrm rot="5400000">
              <a:off x="8054966" y="2773496"/>
              <a:ext cx="1539684" cy="1327314"/>
            </a:xfrm>
            <a:prstGeom prst="hexagon">
              <a:avLst/>
            </a:prstGeom>
            <a:gradFill flip="none" rotWithShape="1">
              <a:gsLst>
                <a:gs pos="100000">
                  <a:srgbClr val="006999">
                    <a:alpha val="70000"/>
                  </a:srgbClr>
                </a:gs>
                <a:gs pos="0">
                  <a:srgbClr val="03ACA6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" name="육각형 14">
              <a:extLst>
                <a:ext uri="{FF2B5EF4-FFF2-40B4-BE49-F238E27FC236}">
                  <a16:creationId xmlns:a16="http://schemas.microsoft.com/office/drawing/2014/main" id="{627214E0-CDBC-E13F-D0F8-194732BC71FE}"/>
                </a:ext>
              </a:extLst>
            </p:cNvPr>
            <p:cNvSpPr/>
            <p:nvPr/>
          </p:nvSpPr>
          <p:spPr>
            <a:xfrm rot="5400000">
              <a:off x="9405425" y="2773497"/>
              <a:ext cx="1539684" cy="1327314"/>
            </a:xfrm>
            <a:prstGeom prst="hexagon">
              <a:avLst/>
            </a:prstGeom>
            <a:gradFill flip="none" rotWithShape="1">
              <a:gsLst>
                <a:gs pos="100000">
                  <a:srgbClr val="006999">
                    <a:alpha val="70000"/>
                  </a:srgbClr>
                </a:gs>
                <a:gs pos="0">
                  <a:srgbClr val="03ACA6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6" name="육각형 15">
              <a:extLst>
                <a:ext uri="{FF2B5EF4-FFF2-40B4-BE49-F238E27FC236}">
                  <a16:creationId xmlns:a16="http://schemas.microsoft.com/office/drawing/2014/main" id="{3F0ABF2D-C8B4-A762-D2DD-4723C58ED7DF}"/>
                </a:ext>
              </a:extLst>
            </p:cNvPr>
            <p:cNvSpPr/>
            <p:nvPr/>
          </p:nvSpPr>
          <p:spPr>
            <a:xfrm rot="5400000">
              <a:off x="6704506" y="2775628"/>
              <a:ext cx="1539684" cy="1327314"/>
            </a:xfrm>
            <a:prstGeom prst="hexagon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726644E-0DA4-D311-E3C7-47BC52E065C2}"/>
                </a:ext>
              </a:extLst>
            </p:cNvPr>
            <p:cNvGrpSpPr/>
            <p:nvPr/>
          </p:nvGrpSpPr>
          <p:grpSpPr>
            <a:xfrm>
              <a:off x="8835079" y="1443444"/>
              <a:ext cx="1327314" cy="1539684"/>
              <a:chOff x="7267027" y="255755"/>
              <a:chExt cx="1641220" cy="1903815"/>
            </a:xfrm>
          </p:grpSpPr>
          <p:sp>
            <p:nvSpPr>
              <p:cNvPr id="144" name="육각형 143">
                <a:extLst>
                  <a:ext uri="{FF2B5EF4-FFF2-40B4-BE49-F238E27FC236}">
                    <a16:creationId xmlns:a16="http://schemas.microsoft.com/office/drawing/2014/main" id="{B76DE772-225F-5C0D-ADDB-A1A372AF1A8C}"/>
                  </a:ext>
                </a:extLst>
              </p:cNvPr>
              <p:cNvSpPr/>
              <p:nvPr/>
            </p:nvSpPr>
            <p:spPr>
              <a:xfrm rot="5400000">
                <a:off x="7135729" y="387053"/>
                <a:ext cx="1903815" cy="1641220"/>
              </a:xfrm>
              <a:prstGeom prst="hexagon">
                <a:avLst/>
              </a:prstGeom>
              <a:gradFill flip="none" rotWithShape="1">
                <a:gsLst>
                  <a:gs pos="0">
                    <a:srgbClr val="1DD199">
                      <a:alpha val="20000"/>
                    </a:srgbClr>
                  </a:gs>
                  <a:gs pos="100000">
                    <a:srgbClr val="019AAC">
                      <a:alpha val="60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34" charset="-127"/>
                </a:endParaRP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F479F2D9-7DA5-7399-D874-5941E6A3C4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7635" y="10287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469A1CF5-C883-02BE-C04A-9B1149F5A344}"/>
                  </a:ext>
                </a:extLst>
              </p:cNvPr>
              <p:cNvCxnSpPr>
                <a:cxnSpLocks/>
                <a:stCxn id="144" idx="2"/>
              </p:cNvCxnSpPr>
              <p:nvPr/>
            </p:nvCxnSpPr>
            <p:spPr>
              <a:xfrm>
                <a:off x="7267027" y="6660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44E2854D-7FBC-62AA-6012-2143A7CFAB59}"/>
                  </a:ext>
                </a:extLst>
              </p:cNvPr>
              <p:cNvCxnSpPr>
                <a:cxnSpLocks/>
                <a:endCxn id="144" idx="4"/>
              </p:cNvCxnSpPr>
              <p:nvPr/>
            </p:nvCxnSpPr>
            <p:spPr>
              <a:xfrm flipV="1">
                <a:off x="8087635" y="6660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8CB25EC-4208-77CA-5DF6-67D5CC31ED5D}"/>
                </a:ext>
              </a:extLst>
            </p:cNvPr>
            <p:cNvGrpSpPr/>
            <p:nvPr/>
          </p:nvGrpSpPr>
          <p:grpSpPr>
            <a:xfrm>
              <a:off x="10190759" y="1437615"/>
              <a:ext cx="1327314" cy="1539684"/>
              <a:chOff x="7267027" y="255755"/>
              <a:chExt cx="1641220" cy="1903815"/>
            </a:xfrm>
            <a:solidFill>
              <a:schemeClr val="bg1"/>
            </a:solidFill>
          </p:grpSpPr>
          <p:sp>
            <p:nvSpPr>
              <p:cNvPr id="140" name="육각형 139">
                <a:extLst>
                  <a:ext uri="{FF2B5EF4-FFF2-40B4-BE49-F238E27FC236}">
                    <a16:creationId xmlns:a16="http://schemas.microsoft.com/office/drawing/2014/main" id="{C0A99347-E773-D38B-5898-C38F362D4195}"/>
                  </a:ext>
                </a:extLst>
              </p:cNvPr>
              <p:cNvSpPr/>
              <p:nvPr/>
            </p:nvSpPr>
            <p:spPr>
              <a:xfrm rot="5400000">
                <a:off x="7135729" y="387053"/>
                <a:ext cx="1903815" cy="1641220"/>
              </a:xfrm>
              <a:prstGeom prst="hexagon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141" name="직선 연결선 140">
                <a:extLst>
                  <a:ext uri="{FF2B5EF4-FFF2-40B4-BE49-F238E27FC236}">
                    <a16:creationId xmlns:a16="http://schemas.microsoft.com/office/drawing/2014/main" id="{EA589CFB-AA8D-D9AF-9463-5899AAA550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7635" y="1028700"/>
                <a:ext cx="0" cy="1130870"/>
              </a:xfrm>
              <a:prstGeom prst="line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2" name="직선 연결선 141">
                <a:extLst>
                  <a:ext uri="{FF2B5EF4-FFF2-40B4-BE49-F238E27FC236}">
                    <a16:creationId xmlns:a16="http://schemas.microsoft.com/office/drawing/2014/main" id="{585C7EA9-1C6E-2401-A699-84F462C21E40}"/>
                  </a:ext>
                </a:extLst>
              </p:cNvPr>
              <p:cNvCxnSpPr>
                <a:cxnSpLocks/>
                <a:stCxn id="140" idx="2"/>
              </p:cNvCxnSpPr>
              <p:nvPr/>
            </p:nvCxnSpPr>
            <p:spPr>
              <a:xfrm>
                <a:off x="7267027" y="666061"/>
                <a:ext cx="826842" cy="374545"/>
              </a:xfrm>
              <a:prstGeom prst="line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3" name="직선 연결선 142">
                <a:extLst>
                  <a:ext uri="{FF2B5EF4-FFF2-40B4-BE49-F238E27FC236}">
                    <a16:creationId xmlns:a16="http://schemas.microsoft.com/office/drawing/2014/main" id="{CAB8708D-8976-9C04-2A68-5F64EDF4EF88}"/>
                  </a:ext>
                </a:extLst>
              </p:cNvPr>
              <p:cNvCxnSpPr>
                <a:cxnSpLocks/>
                <a:endCxn id="140" idx="4"/>
              </p:cNvCxnSpPr>
              <p:nvPr/>
            </p:nvCxnSpPr>
            <p:spPr>
              <a:xfrm flipV="1">
                <a:off x="8087635" y="666061"/>
                <a:ext cx="820612" cy="374545"/>
              </a:xfrm>
              <a:prstGeom prst="line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8F21AB0-7BAE-DA5D-32CF-38E96865EF3C}"/>
                </a:ext>
              </a:extLst>
            </p:cNvPr>
            <p:cNvGrpSpPr/>
            <p:nvPr/>
          </p:nvGrpSpPr>
          <p:grpSpPr>
            <a:xfrm>
              <a:off x="8156680" y="3012416"/>
              <a:ext cx="1327314" cy="1207855"/>
              <a:chOff x="7419427" y="818461"/>
              <a:chExt cx="1641220" cy="1493509"/>
            </a:xfrm>
          </p:grpSpPr>
          <p:cxnSp>
            <p:nvCxnSpPr>
              <p:cNvPr id="137" name="직선 연결선 136">
                <a:extLst>
                  <a:ext uri="{FF2B5EF4-FFF2-40B4-BE49-F238E27FC236}">
                    <a16:creationId xmlns:a16="http://schemas.microsoft.com/office/drawing/2014/main" id="{793E2939-23F1-ED36-83A3-32FE9A2D78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F0CC0C6A-271A-7227-A71B-4C59433D38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859D7B20-6BCB-F717-B4DE-7792AA7B6B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D367961-DB01-6BAF-1CBC-2D45F0F59909}"/>
                </a:ext>
              </a:extLst>
            </p:cNvPr>
            <p:cNvGrpSpPr/>
            <p:nvPr/>
          </p:nvGrpSpPr>
          <p:grpSpPr>
            <a:xfrm>
              <a:off x="9512305" y="3012417"/>
              <a:ext cx="1327314" cy="1207855"/>
              <a:chOff x="7419427" y="818461"/>
              <a:chExt cx="1641220" cy="1493509"/>
            </a:xfrm>
          </p:grpSpPr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B34F70B0-92E5-3831-EE0C-FB0A3D45BF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5" name="직선 연결선 134">
                <a:extLst>
                  <a:ext uri="{FF2B5EF4-FFF2-40B4-BE49-F238E27FC236}">
                    <a16:creationId xmlns:a16="http://schemas.microsoft.com/office/drawing/2014/main" id="{5D571BC7-8B21-FC80-EF57-C76F272CF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EBB419B3-19C8-D361-E16B-63AFDFE1E3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A5604BDF-AAF8-0C7E-59F9-48ADD3BEB248}"/>
                </a:ext>
              </a:extLst>
            </p:cNvPr>
            <p:cNvGrpSpPr/>
            <p:nvPr/>
          </p:nvGrpSpPr>
          <p:grpSpPr>
            <a:xfrm>
              <a:off x="6810690" y="3003404"/>
              <a:ext cx="1327314" cy="1207855"/>
              <a:chOff x="7419427" y="818461"/>
              <a:chExt cx="1641220" cy="1493509"/>
            </a:xfrm>
          </p:grpSpPr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9C155117-2AFA-53D8-098D-E50CC2EB4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직선 연결선 91">
                <a:extLst>
                  <a:ext uri="{FF2B5EF4-FFF2-40B4-BE49-F238E27FC236}">
                    <a16:creationId xmlns:a16="http://schemas.microsoft.com/office/drawing/2014/main" id="{C9348D31-6C90-9335-3BF3-578C63525D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7B929004-EFE7-BB3F-54EE-4370F24DD5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2A6FABA-9397-E14E-1878-31EA48C8594A}"/>
                </a:ext>
              </a:extLst>
            </p:cNvPr>
            <p:cNvGrpSpPr/>
            <p:nvPr/>
          </p:nvGrpSpPr>
          <p:grpSpPr>
            <a:xfrm>
              <a:off x="7478861" y="4231752"/>
              <a:ext cx="1327314" cy="1207855"/>
              <a:chOff x="7419427" y="818461"/>
              <a:chExt cx="1641220" cy="1493509"/>
            </a:xfrm>
          </p:grpSpPr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DA18AAB9-3539-41EA-9E6B-54CCFD536E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CEDD41FC-666D-1EC2-A602-4685A2A92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DA61057C-E476-A13D-506D-0E90F78131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B0679109-A824-F1A4-35AC-9679C036F4CE}"/>
                </a:ext>
              </a:extLst>
            </p:cNvPr>
            <p:cNvGrpSpPr/>
            <p:nvPr/>
          </p:nvGrpSpPr>
          <p:grpSpPr>
            <a:xfrm>
              <a:off x="8844654" y="4220271"/>
              <a:ext cx="1327314" cy="1207855"/>
              <a:chOff x="7419427" y="818461"/>
              <a:chExt cx="1641220" cy="1493509"/>
            </a:xfrm>
          </p:grpSpPr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6AE2FA9C-750B-F8BD-945F-F1FDF90617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948D5917-AF72-F7F6-ACBC-B6579CCB7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3725FA92-31AF-0851-9F90-9361F775A0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E67A79E-BBAA-4F39-F748-527BE2E72909}"/>
                </a:ext>
              </a:extLst>
            </p:cNvPr>
            <p:cNvGrpSpPr/>
            <p:nvPr/>
          </p:nvGrpSpPr>
          <p:grpSpPr>
            <a:xfrm>
              <a:off x="10190758" y="4230048"/>
              <a:ext cx="1327314" cy="1207855"/>
              <a:chOff x="7419427" y="818461"/>
              <a:chExt cx="1641220" cy="1493509"/>
            </a:xfrm>
          </p:grpSpPr>
          <p:cxnSp>
            <p:nvCxnSpPr>
              <p:cNvPr id="82" name="직선 연결선 81">
                <a:extLst>
                  <a:ext uri="{FF2B5EF4-FFF2-40B4-BE49-F238E27FC236}">
                    <a16:creationId xmlns:a16="http://schemas.microsoft.com/office/drawing/2014/main" id="{EDE7E0B8-3A96-B510-0522-EAE7FB8F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849F3449-2893-5843-8FAE-54493438B4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03AE9B42-DEED-FFA3-239F-B0FD0446EA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5" name="육각형 24">
              <a:extLst>
                <a:ext uri="{FF2B5EF4-FFF2-40B4-BE49-F238E27FC236}">
                  <a16:creationId xmlns:a16="http://schemas.microsoft.com/office/drawing/2014/main" id="{47FB2ED5-C4AB-A2A0-452F-06E77A340A61}"/>
                </a:ext>
              </a:extLst>
            </p:cNvPr>
            <p:cNvSpPr/>
            <p:nvPr/>
          </p:nvSpPr>
          <p:spPr>
            <a:xfrm rot="5400000">
              <a:off x="8051587" y="5226297"/>
              <a:ext cx="1539684" cy="1327314"/>
            </a:xfrm>
            <a:prstGeom prst="hexagon">
              <a:avLst/>
            </a:prstGeom>
            <a:gradFill flip="none" rotWithShape="1">
              <a:gsLst>
                <a:gs pos="100000">
                  <a:srgbClr val="006999">
                    <a:alpha val="70000"/>
                  </a:srgbClr>
                </a:gs>
                <a:gs pos="0">
                  <a:srgbClr val="03ACA6">
                    <a:alpha val="49804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5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E411A8A-DD53-E502-9512-CC4849A402F3}"/>
                </a:ext>
              </a:extLst>
            </p:cNvPr>
            <p:cNvGrpSpPr/>
            <p:nvPr/>
          </p:nvGrpSpPr>
          <p:grpSpPr>
            <a:xfrm>
              <a:off x="8157771" y="5451942"/>
              <a:ext cx="1327315" cy="1207855"/>
              <a:chOff x="6429540" y="5223063"/>
              <a:chExt cx="1641222" cy="1493509"/>
            </a:xfrm>
          </p:grpSpPr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02F2D9BA-9887-0E23-0FF1-EE1BB9A2D3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0147" y="5585702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48B8DC79-779D-E028-F021-A968456EB6DB}"/>
                  </a:ext>
                </a:extLst>
              </p:cNvPr>
              <p:cNvCxnSpPr>
                <a:cxnSpLocks/>
                <a:stCxn id="25" idx="2"/>
              </p:cNvCxnSpPr>
              <p:nvPr/>
            </p:nvCxnSpPr>
            <p:spPr>
              <a:xfrm>
                <a:off x="6429540" y="5223063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72A43F58-752C-F775-1CAC-3FB20F4F2BF4}"/>
                  </a:ext>
                </a:extLst>
              </p:cNvPr>
              <p:cNvCxnSpPr>
                <a:cxnSpLocks/>
                <a:endCxn id="25" idx="4"/>
              </p:cNvCxnSpPr>
              <p:nvPr/>
            </p:nvCxnSpPr>
            <p:spPr>
              <a:xfrm flipV="1">
                <a:off x="7250149" y="5223063"/>
                <a:ext cx="820613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7" name="육각형 26">
              <a:extLst>
                <a:ext uri="{FF2B5EF4-FFF2-40B4-BE49-F238E27FC236}">
                  <a16:creationId xmlns:a16="http://schemas.microsoft.com/office/drawing/2014/main" id="{C6F3A304-4FD3-1CC4-8D32-C0F3EE9BF0BF}"/>
                </a:ext>
              </a:extLst>
            </p:cNvPr>
            <p:cNvSpPr/>
            <p:nvPr/>
          </p:nvSpPr>
          <p:spPr>
            <a:xfrm rot="5400000">
              <a:off x="9407267" y="5226297"/>
              <a:ext cx="1539684" cy="1327314"/>
            </a:xfrm>
            <a:prstGeom prst="hexagon">
              <a:avLst/>
            </a:prstGeom>
            <a:gradFill flip="none" rotWithShape="1">
              <a:gsLst>
                <a:gs pos="100000">
                  <a:srgbClr val="006999">
                    <a:alpha val="70000"/>
                  </a:srgbClr>
                </a:gs>
                <a:gs pos="0">
                  <a:srgbClr val="03ACA6">
                    <a:alpha val="50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5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DEEF1D2-7367-8565-16C5-63D76014310D}"/>
                </a:ext>
              </a:extLst>
            </p:cNvPr>
            <p:cNvGrpSpPr/>
            <p:nvPr/>
          </p:nvGrpSpPr>
          <p:grpSpPr>
            <a:xfrm>
              <a:off x="9513452" y="5451942"/>
              <a:ext cx="1327314" cy="1207855"/>
              <a:chOff x="8105833" y="5223063"/>
              <a:chExt cx="1641220" cy="1493509"/>
            </a:xfrm>
          </p:grpSpPr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AD613118-F3BF-DCD7-9C76-E9766FCFA0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26441" y="5585702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1C337BC8-4EE0-8EBB-8659-7151AFE6FD00}"/>
                  </a:ext>
                </a:extLst>
              </p:cNvPr>
              <p:cNvCxnSpPr>
                <a:cxnSpLocks/>
                <a:stCxn id="27" idx="2"/>
              </p:cNvCxnSpPr>
              <p:nvPr/>
            </p:nvCxnSpPr>
            <p:spPr>
              <a:xfrm>
                <a:off x="8105833" y="5223063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C659874E-BEB4-C575-3E3E-DC75F9D48F7C}"/>
                  </a:ext>
                </a:extLst>
              </p:cNvPr>
              <p:cNvCxnSpPr>
                <a:cxnSpLocks/>
                <a:endCxn id="27" idx="4"/>
              </p:cNvCxnSpPr>
              <p:nvPr/>
            </p:nvCxnSpPr>
            <p:spPr>
              <a:xfrm flipV="1">
                <a:off x="8926441" y="5223063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B62BA35-C123-0D68-6DF3-D3A7F684324D}"/>
                </a:ext>
              </a:extLst>
            </p:cNvPr>
            <p:cNvGrpSpPr/>
            <p:nvPr/>
          </p:nvGrpSpPr>
          <p:grpSpPr>
            <a:xfrm>
              <a:off x="6801930" y="5120114"/>
              <a:ext cx="5388412" cy="1539684"/>
              <a:chOff x="7267027" y="255755"/>
              <a:chExt cx="6662754" cy="1903815"/>
            </a:xfrm>
            <a:solidFill>
              <a:schemeClr val="bg1"/>
            </a:solidFill>
          </p:grpSpPr>
          <p:sp>
            <p:nvSpPr>
              <p:cNvPr id="68" name="육각형 67">
                <a:extLst>
                  <a:ext uri="{FF2B5EF4-FFF2-40B4-BE49-F238E27FC236}">
                    <a16:creationId xmlns:a16="http://schemas.microsoft.com/office/drawing/2014/main" id="{4FA82317-D754-243B-4FF8-D1981F1AEEA2}"/>
                  </a:ext>
                </a:extLst>
              </p:cNvPr>
              <p:cNvSpPr/>
              <p:nvPr/>
            </p:nvSpPr>
            <p:spPr>
              <a:xfrm rot="5400000">
                <a:off x="7135729" y="387053"/>
                <a:ext cx="1903815" cy="1641219"/>
              </a:xfrm>
              <a:prstGeom prst="hexagon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467925D8-E114-FA26-C1EE-95932DFBAE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7635" y="1028701"/>
                <a:ext cx="0" cy="1130869"/>
              </a:xfrm>
              <a:prstGeom prst="line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84ADC7C2-5BD3-FCCE-0555-B1F49CE31017}"/>
                  </a:ext>
                </a:extLst>
              </p:cNvPr>
              <p:cNvCxnSpPr>
                <a:cxnSpLocks/>
                <a:stCxn id="68" idx="2"/>
              </p:cNvCxnSpPr>
              <p:nvPr/>
            </p:nvCxnSpPr>
            <p:spPr>
              <a:xfrm>
                <a:off x="7267027" y="666061"/>
                <a:ext cx="826842" cy="374545"/>
              </a:xfrm>
              <a:prstGeom prst="line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4FEC2E8-B23A-4431-F3E0-81AEEE39C103}"/>
                  </a:ext>
                </a:extLst>
              </p:cNvPr>
              <p:cNvCxnSpPr>
                <a:cxnSpLocks/>
                <a:endCxn id="68" idx="4"/>
              </p:cNvCxnSpPr>
              <p:nvPr/>
            </p:nvCxnSpPr>
            <p:spPr>
              <a:xfrm flipV="1">
                <a:off x="8087635" y="666061"/>
                <a:ext cx="820612" cy="374545"/>
              </a:xfrm>
              <a:prstGeom prst="line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2" name="육각형 71">
                <a:extLst>
                  <a:ext uri="{FF2B5EF4-FFF2-40B4-BE49-F238E27FC236}">
                    <a16:creationId xmlns:a16="http://schemas.microsoft.com/office/drawing/2014/main" id="{B0993FC4-32C3-7D6D-722A-D99734C5B2E0}"/>
                  </a:ext>
                </a:extLst>
              </p:cNvPr>
              <p:cNvSpPr/>
              <p:nvPr/>
            </p:nvSpPr>
            <p:spPr>
              <a:xfrm rot="5400000">
                <a:off x="12157263" y="387053"/>
                <a:ext cx="1903815" cy="1641220"/>
              </a:xfrm>
              <a:prstGeom prst="hexagon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8932B068-F570-393B-221C-385D392C47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09168" y="1028701"/>
                <a:ext cx="0" cy="1130869"/>
              </a:xfrm>
              <a:prstGeom prst="line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70C272E8-DCC5-3FD3-E344-3EFAD36C8D97}"/>
                  </a:ext>
                </a:extLst>
              </p:cNvPr>
              <p:cNvCxnSpPr>
                <a:cxnSpLocks/>
                <a:stCxn id="72" idx="2"/>
              </p:cNvCxnSpPr>
              <p:nvPr/>
            </p:nvCxnSpPr>
            <p:spPr>
              <a:xfrm>
                <a:off x="12288559" y="666061"/>
                <a:ext cx="826842" cy="374545"/>
              </a:xfrm>
              <a:prstGeom prst="line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4DAE724A-7B99-EECB-0AD1-73CE8544FAEB}"/>
                  </a:ext>
                </a:extLst>
              </p:cNvPr>
              <p:cNvCxnSpPr>
                <a:cxnSpLocks/>
                <a:endCxn id="72" idx="4"/>
              </p:cNvCxnSpPr>
              <p:nvPr/>
            </p:nvCxnSpPr>
            <p:spPr>
              <a:xfrm flipV="1">
                <a:off x="13109168" y="666061"/>
                <a:ext cx="820612" cy="374545"/>
              </a:xfrm>
              <a:prstGeom prst="line">
                <a:avLst/>
              </a:prstGeom>
              <a:grp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811E979A-F4B6-C598-BD93-47FE67C212CC}"/>
                </a:ext>
              </a:extLst>
            </p:cNvPr>
            <p:cNvGrpSpPr/>
            <p:nvPr/>
          </p:nvGrpSpPr>
          <p:grpSpPr>
            <a:xfrm>
              <a:off x="7483232" y="6346027"/>
              <a:ext cx="1327314" cy="511973"/>
              <a:chOff x="5671392" y="7001988"/>
              <a:chExt cx="1445830" cy="557687"/>
            </a:xfrm>
          </p:grpSpPr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79E4ED26-757A-D860-173C-E6BF5306A5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1392" y="7368479"/>
                <a:ext cx="422082" cy="191196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7C0B209D-6919-9ACE-3810-671D842C8C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8320" y="7368479"/>
                <a:ext cx="418902" cy="191196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997A1DDE-82C1-C3A3-B17A-10952B27D7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7753" y="7007021"/>
                <a:ext cx="716554" cy="356426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00CD8AA5-F61C-E40F-1384-1EEB3D9AC3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1999" y="7001988"/>
                <a:ext cx="725223" cy="366491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55C82A7C-A05D-A092-9907-0F07EF892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7753" y="7363447"/>
                <a:ext cx="0" cy="196228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BC5DA9F9-7C02-A9F1-E81E-79FCDE1B40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2460" y="7363447"/>
                <a:ext cx="0" cy="196228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25E20A74-FB41-3FFD-DF75-1D67AC773F9A}"/>
                </a:ext>
              </a:extLst>
            </p:cNvPr>
            <p:cNvGrpSpPr/>
            <p:nvPr/>
          </p:nvGrpSpPr>
          <p:grpSpPr>
            <a:xfrm>
              <a:off x="8834910" y="6346027"/>
              <a:ext cx="1327314" cy="511973"/>
              <a:chOff x="5671392" y="7001988"/>
              <a:chExt cx="1445830" cy="557687"/>
            </a:xfrm>
          </p:grpSpPr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C557E66C-9A4B-D1A4-1892-4FC30535D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1392" y="7368479"/>
                <a:ext cx="422082" cy="191196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F3950BEF-DB04-4476-94E2-C3A3BDDC5F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8320" y="7368479"/>
                <a:ext cx="418902" cy="191196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A283A243-ABFB-551D-195B-72BD92C457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7753" y="7007021"/>
                <a:ext cx="716554" cy="356426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C41014A2-1934-6AC5-480C-D3FB1916A9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1999" y="7001988"/>
                <a:ext cx="725223" cy="366491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B6CAB24B-C3F2-19F6-C7B3-622FE9E792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7753" y="7363447"/>
                <a:ext cx="0" cy="196228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CB8B1466-50A9-3EEF-58D9-ED894C30A4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2460" y="7363447"/>
                <a:ext cx="0" cy="196228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6DC9890-D075-6F6B-B21E-9FF48A0EC6D9}"/>
                </a:ext>
              </a:extLst>
            </p:cNvPr>
            <p:cNvGrpSpPr/>
            <p:nvPr/>
          </p:nvGrpSpPr>
          <p:grpSpPr>
            <a:xfrm>
              <a:off x="10179630" y="6346027"/>
              <a:ext cx="1327314" cy="511973"/>
              <a:chOff x="5671392" y="7001988"/>
              <a:chExt cx="1445830" cy="557687"/>
            </a:xfrm>
          </p:grpSpPr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EFE3C85B-1BCE-5C07-5D67-464B2BBF67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1392" y="7368479"/>
                <a:ext cx="422082" cy="191196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8C54A3CB-BDD3-81A0-C007-216D245DF2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8320" y="7368479"/>
                <a:ext cx="418902" cy="191196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901DE192-42CB-30C4-79C6-B7ED893644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7753" y="7007021"/>
                <a:ext cx="716554" cy="356426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F2F759ED-F91F-AA9E-71A9-EC3033DE5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1999" y="7001988"/>
                <a:ext cx="725223" cy="366491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A9D3355F-D168-64B9-FDD6-71D77BC887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7753" y="7363447"/>
                <a:ext cx="0" cy="196228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6FAA010F-B587-7B0C-65AE-13D9447983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2460" y="7363447"/>
                <a:ext cx="0" cy="196228"/>
              </a:xfrm>
              <a:prstGeom prst="line">
                <a:avLst/>
              </a:prstGeom>
              <a:noFill/>
              <a:ln>
                <a:solidFill>
                  <a:srgbClr val="7FD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58AD6DF1-3B79-C11F-3FE0-4BB48CC46775}"/>
                </a:ext>
              </a:extLst>
            </p:cNvPr>
            <p:cNvGrpSpPr/>
            <p:nvPr/>
          </p:nvGrpSpPr>
          <p:grpSpPr>
            <a:xfrm>
              <a:off x="6141816" y="2667312"/>
              <a:ext cx="6050184" cy="2760646"/>
              <a:chOff x="1427213" y="255755"/>
              <a:chExt cx="7481034" cy="3413532"/>
            </a:xfrm>
            <a:solidFill>
              <a:schemeClr val="bg1"/>
            </a:solidFill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CE025CC0-26AF-2FFE-3318-39D9EABDFDAC}"/>
                  </a:ext>
                </a:extLst>
              </p:cNvPr>
              <p:cNvSpPr/>
              <p:nvPr/>
            </p:nvSpPr>
            <p:spPr>
              <a:xfrm rot="5400000">
                <a:off x="7135729" y="387053"/>
                <a:ext cx="1903815" cy="1641220"/>
              </a:xfrm>
              <a:prstGeom prst="hexagon">
                <a:avLst/>
              </a:prstGeom>
              <a:gradFill flip="none" rotWithShape="1">
                <a:gsLst>
                  <a:gs pos="0">
                    <a:srgbClr val="1DD199">
                      <a:alpha val="20000"/>
                    </a:srgbClr>
                  </a:gs>
                  <a:gs pos="100000">
                    <a:srgbClr val="019AAC">
                      <a:alpha val="60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34" charset="-127"/>
                </a:endParaRPr>
              </a:p>
            </p:txBody>
          </p: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E0793846-4621-7B9F-5B15-00EFB0FD1B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7635" y="1028700"/>
                <a:ext cx="0" cy="1130870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38904BC5-38D4-83E1-0E9A-1E08DB4A7E51}"/>
                  </a:ext>
                </a:extLst>
              </p:cNvPr>
              <p:cNvCxnSpPr>
                <a:cxnSpLocks/>
                <a:stCxn id="34" idx="2"/>
              </p:cNvCxnSpPr>
              <p:nvPr/>
            </p:nvCxnSpPr>
            <p:spPr>
              <a:xfrm>
                <a:off x="7267027" y="666061"/>
                <a:ext cx="826842" cy="374545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524FA63C-A86D-8DB7-7B7F-E793E2E9265D}"/>
                  </a:ext>
                </a:extLst>
              </p:cNvPr>
              <p:cNvCxnSpPr>
                <a:cxnSpLocks/>
                <a:endCxn id="34" idx="4"/>
              </p:cNvCxnSpPr>
              <p:nvPr/>
            </p:nvCxnSpPr>
            <p:spPr>
              <a:xfrm flipV="1">
                <a:off x="8087635" y="666061"/>
                <a:ext cx="820612" cy="374545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38" name="육각형 37">
                <a:extLst>
                  <a:ext uri="{FF2B5EF4-FFF2-40B4-BE49-F238E27FC236}">
                    <a16:creationId xmlns:a16="http://schemas.microsoft.com/office/drawing/2014/main" id="{6B049994-AED5-57F5-8FE0-D83EF6E76621}"/>
                  </a:ext>
                </a:extLst>
              </p:cNvPr>
              <p:cNvSpPr/>
              <p:nvPr/>
            </p:nvSpPr>
            <p:spPr>
              <a:xfrm rot="5400000">
                <a:off x="1295915" y="1896769"/>
                <a:ext cx="1903815" cy="1641220"/>
              </a:xfrm>
              <a:prstGeom prst="hexagon">
                <a:avLst/>
              </a:prstGeom>
              <a:gradFill flip="none" rotWithShape="1">
                <a:gsLst>
                  <a:gs pos="0">
                    <a:srgbClr val="1DD199">
                      <a:alpha val="20000"/>
                    </a:srgbClr>
                  </a:gs>
                  <a:gs pos="100000">
                    <a:srgbClr val="019AAC">
                      <a:alpha val="60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34" charset="-127"/>
                </a:endParaRPr>
              </a:p>
            </p:txBody>
          </p: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B99351CB-82C2-7230-C77D-A100AAEFAE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6044" y="2538418"/>
                <a:ext cx="0" cy="1130869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98DEC01D-8CDC-6B21-A50B-7413A5E2CBAB}"/>
                  </a:ext>
                </a:extLst>
              </p:cNvPr>
              <p:cNvCxnSpPr>
                <a:cxnSpLocks/>
                <a:stCxn id="38" idx="2"/>
              </p:cNvCxnSpPr>
              <p:nvPr/>
            </p:nvCxnSpPr>
            <p:spPr>
              <a:xfrm>
                <a:off x="1427214" y="2175778"/>
                <a:ext cx="826842" cy="374545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890CE3B6-2DBB-68BE-FDFB-493C25479317}"/>
                  </a:ext>
                </a:extLst>
              </p:cNvPr>
              <p:cNvCxnSpPr>
                <a:cxnSpLocks/>
                <a:endCxn id="38" idx="4"/>
              </p:cNvCxnSpPr>
              <p:nvPr/>
            </p:nvCxnSpPr>
            <p:spPr>
              <a:xfrm flipV="1">
                <a:off x="2247823" y="2175778"/>
                <a:ext cx="820612" cy="374545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8922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외부_Internal Us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9F76120-088E-434D-8775-053966A31571}"/>
              </a:ext>
            </a:extLst>
          </p:cNvPr>
          <p:cNvGrpSpPr/>
          <p:nvPr userDrawn="1"/>
        </p:nvGrpSpPr>
        <p:grpSpPr>
          <a:xfrm>
            <a:off x="0" y="0"/>
            <a:ext cx="12192000" cy="6857999"/>
            <a:chOff x="200025" y="188913"/>
            <a:chExt cx="9505950" cy="648017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91F1916-1AE9-408F-8BD0-38F2DAB2F8DE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BC595BE7-1A60-41E9-8BF7-4279BDF17641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 b="0">
                  <a:solidFill>
                    <a:prstClr val="white"/>
                  </a:solidFill>
                </a:endParaRPr>
              </a:p>
            </p:txBody>
          </p:sp>
          <p:pic>
            <p:nvPicPr>
              <p:cNvPr id="12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ECC38EE7-5497-4D53-8078-54BF12BF91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6" y="188913"/>
                <a:ext cx="594518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54E8CC6F-5843-41C5-B20C-15A033AEF8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540391" y="5229088"/>
                <a:ext cx="1165584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6D02A692-315A-409F-AE33-7D5B974375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9141" y="5137700"/>
              <a:ext cx="65939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DC7AB73-BF13-4C64-B88F-DF985CBD101F}"/>
              </a:ext>
            </a:extLst>
          </p:cNvPr>
          <p:cNvSpPr txBox="1"/>
          <p:nvPr userDrawn="1"/>
        </p:nvSpPr>
        <p:spPr>
          <a:xfrm>
            <a:off x="4860089" y="202123"/>
            <a:ext cx="1677551" cy="1846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197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2792E29-78BD-CCCF-BE18-A927568AC4F6}"/>
              </a:ext>
            </a:extLst>
          </p:cNvPr>
          <p:cNvSpPr txBox="1"/>
          <p:nvPr userDrawn="1"/>
        </p:nvSpPr>
        <p:spPr>
          <a:xfrm>
            <a:off x="11599851" y="6409940"/>
            <a:ext cx="535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76464E5-A55B-49A4-A384-08776ACB0C52}" type="slidenum">
              <a:rPr lang="ko-KR" altLang="en-US" sz="1000" smtClean="0">
                <a:solidFill>
                  <a:srgbClr val="A5ADBB">
                    <a:alpha val="7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/>
              <a:t>‹#›</a:t>
            </a:fld>
            <a:endParaRPr lang="ko-KR" altLang="en-US" sz="1000" dirty="0">
              <a:solidFill>
                <a:srgbClr val="A5ADBB">
                  <a:alpha val="7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잘린 한쪽 모서리 5">
            <a:extLst>
              <a:ext uri="{FF2B5EF4-FFF2-40B4-BE49-F238E27FC236}">
                <a16:creationId xmlns:a16="http://schemas.microsoft.com/office/drawing/2014/main" id="{3A274ACB-B85C-498B-BE10-5288A8CB99D2}"/>
              </a:ext>
            </a:extLst>
          </p:cNvPr>
          <p:cNvSpPr/>
          <p:nvPr userDrawn="1"/>
        </p:nvSpPr>
        <p:spPr>
          <a:xfrm flipH="1">
            <a:off x="9913717" y="6822000"/>
            <a:ext cx="2279594" cy="36000"/>
          </a:xfrm>
          <a:custGeom>
            <a:avLst/>
            <a:gdLst>
              <a:gd name="connsiteX0" fmla="*/ 0 w 2277405"/>
              <a:gd name="connsiteY0" fmla="*/ 0 h 360000"/>
              <a:gd name="connsiteX1" fmla="*/ 2097405 w 2277405"/>
              <a:gd name="connsiteY1" fmla="*/ 0 h 360000"/>
              <a:gd name="connsiteX2" fmla="*/ 2277405 w 2277405"/>
              <a:gd name="connsiteY2" fmla="*/ 180000 h 360000"/>
              <a:gd name="connsiteX3" fmla="*/ 2277405 w 2277405"/>
              <a:gd name="connsiteY3" fmla="*/ 360000 h 360000"/>
              <a:gd name="connsiteX4" fmla="*/ 0 w 2277405"/>
              <a:gd name="connsiteY4" fmla="*/ 360000 h 360000"/>
              <a:gd name="connsiteX5" fmla="*/ 0 w 2277405"/>
              <a:gd name="connsiteY5" fmla="*/ 0 h 360000"/>
              <a:gd name="connsiteX0" fmla="*/ 0 w 2277405"/>
              <a:gd name="connsiteY0" fmla="*/ 0 h 360000"/>
              <a:gd name="connsiteX1" fmla="*/ 2097405 w 2277405"/>
              <a:gd name="connsiteY1" fmla="*/ 0 h 360000"/>
              <a:gd name="connsiteX2" fmla="*/ 2210730 w 2277405"/>
              <a:gd name="connsiteY2" fmla="*/ 210957 h 360000"/>
              <a:gd name="connsiteX3" fmla="*/ 2277405 w 2277405"/>
              <a:gd name="connsiteY3" fmla="*/ 360000 h 360000"/>
              <a:gd name="connsiteX4" fmla="*/ 0 w 2277405"/>
              <a:gd name="connsiteY4" fmla="*/ 360000 h 360000"/>
              <a:gd name="connsiteX5" fmla="*/ 0 w 2277405"/>
              <a:gd name="connsiteY5" fmla="*/ 0 h 360000"/>
              <a:gd name="connsiteX0" fmla="*/ 0 w 2277405"/>
              <a:gd name="connsiteY0" fmla="*/ 0 h 360000"/>
              <a:gd name="connsiteX1" fmla="*/ 2097405 w 2277405"/>
              <a:gd name="connsiteY1" fmla="*/ 0 h 360000"/>
              <a:gd name="connsiteX2" fmla="*/ 2277405 w 2277405"/>
              <a:gd name="connsiteY2" fmla="*/ 360000 h 360000"/>
              <a:gd name="connsiteX3" fmla="*/ 0 w 2277405"/>
              <a:gd name="connsiteY3" fmla="*/ 360000 h 360000"/>
              <a:gd name="connsiteX4" fmla="*/ 0 w 2277405"/>
              <a:gd name="connsiteY4" fmla="*/ 0 h 360000"/>
              <a:gd name="connsiteX0" fmla="*/ 0 w 2277405"/>
              <a:gd name="connsiteY0" fmla="*/ 0 h 360000"/>
              <a:gd name="connsiteX1" fmla="*/ 1973580 w 2277405"/>
              <a:gd name="connsiteY1" fmla="*/ 0 h 360000"/>
              <a:gd name="connsiteX2" fmla="*/ 2277405 w 2277405"/>
              <a:gd name="connsiteY2" fmla="*/ 360000 h 360000"/>
              <a:gd name="connsiteX3" fmla="*/ 0 w 2277405"/>
              <a:gd name="connsiteY3" fmla="*/ 360000 h 360000"/>
              <a:gd name="connsiteX4" fmla="*/ 0 w 2277405"/>
              <a:gd name="connsiteY4" fmla="*/ 0 h 360000"/>
              <a:gd name="connsiteX0" fmla="*/ 0 w 2277405"/>
              <a:gd name="connsiteY0" fmla="*/ 0 h 360000"/>
              <a:gd name="connsiteX1" fmla="*/ 2195546 w 2277405"/>
              <a:gd name="connsiteY1" fmla="*/ 0 h 360000"/>
              <a:gd name="connsiteX2" fmla="*/ 2277405 w 2277405"/>
              <a:gd name="connsiteY2" fmla="*/ 360000 h 360000"/>
              <a:gd name="connsiteX3" fmla="*/ 0 w 2277405"/>
              <a:gd name="connsiteY3" fmla="*/ 360000 h 360000"/>
              <a:gd name="connsiteX4" fmla="*/ 0 w 2277405"/>
              <a:gd name="connsiteY4" fmla="*/ 0 h 360000"/>
              <a:gd name="connsiteX0" fmla="*/ 0 w 2277405"/>
              <a:gd name="connsiteY0" fmla="*/ 0 h 360000"/>
              <a:gd name="connsiteX1" fmla="*/ 2231220 w 2277405"/>
              <a:gd name="connsiteY1" fmla="*/ 23820 h 360000"/>
              <a:gd name="connsiteX2" fmla="*/ 2277405 w 2277405"/>
              <a:gd name="connsiteY2" fmla="*/ 360000 h 360000"/>
              <a:gd name="connsiteX3" fmla="*/ 0 w 2277405"/>
              <a:gd name="connsiteY3" fmla="*/ 360000 h 360000"/>
              <a:gd name="connsiteX4" fmla="*/ 0 w 2277405"/>
              <a:gd name="connsiteY4" fmla="*/ 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7405" h="360000">
                <a:moveTo>
                  <a:pt x="0" y="0"/>
                </a:moveTo>
                <a:lnTo>
                  <a:pt x="2231220" y="23820"/>
                </a:lnTo>
                <a:lnTo>
                  <a:pt x="2277405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00143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463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2C3774-1428-417B-83A4-A2823E908ABD}"/>
              </a:ext>
            </a:extLst>
          </p:cNvPr>
          <p:cNvSpPr txBox="1"/>
          <p:nvPr userDrawn="1"/>
        </p:nvSpPr>
        <p:spPr>
          <a:xfrm>
            <a:off x="6030277" y="6646253"/>
            <a:ext cx="131446" cy="125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algn="ctr" defTabSz="707746" rtl="0" eaLnBrk="1" latinLnBrk="1" hangingPunct="1">
              <a:defRPr/>
            </a:pPr>
            <a:fld id="{9656E337-5DD5-4314-8562-45E92CCAF64F}" type="slidenum">
              <a:rPr lang="ko-KR" altLang="en-US" sz="813" kern="1200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pPr marL="0" algn="ctr" defTabSz="707746" rtl="0" eaLnBrk="1" latinLnBrk="1" hangingPunct="1">
                <a:defRPr/>
              </a:pPr>
              <a:t>‹#›</a:t>
            </a:fld>
            <a:endParaRPr lang="ko-KR" altLang="en-US" sz="813" kern="1200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46EE53B-A87F-1941-7682-EFF6850CF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2522" y="6594270"/>
            <a:ext cx="1088648" cy="252971"/>
          </a:xfrm>
          <a:prstGeom prst="rect">
            <a:avLst/>
          </a:prstGeom>
        </p:spPr>
      </p:pic>
      <p:sp>
        <p:nvSpPr>
          <p:cNvPr id="17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DC7AB73-BF13-4C64-B88F-DF985CBD101F}"/>
              </a:ext>
            </a:extLst>
          </p:cNvPr>
          <p:cNvSpPr txBox="1"/>
          <p:nvPr userDrawn="1"/>
        </p:nvSpPr>
        <p:spPr>
          <a:xfrm>
            <a:off x="4860089" y="202123"/>
            <a:ext cx="1677551" cy="1846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717" y="6550729"/>
            <a:ext cx="1977553" cy="336792"/>
          </a:xfrm>
          <a:prstGeom prst="rect">
            <a:avLst/>
          </a:prstGeom>
          <a:effectLst>
            <a:glow rad="25400">
              <a:schemeClr val="bg1">
                <a:alpha val="80000"/>
              </a:schemeClr>
            </a:glow>
          </a:effectLst>
        </p:spPr>
      </p:pic>
      <p:grpSp>
        <p:nvGrpSpPr>
          <p:cNvPr id="21" name="그룹 20"/>
          <p:cNvGrpSpPr/>
          <p:nvPr userDrawn="1"/>
        </p:nvGrpSpPr>
        <p:grpSpPr>
          <a:xfrm>
            <a:off x="-1" y="0"/>
            <a:ext cx="706170" cy="612000"/>
            <a:chOff x="-1" y="0"/>
            <a:chExt cx="573763" cy="775847"/>
          </a:xfrm>
          <a:solidFill>
            <a:srgbClr val="C5003D"/>
          </a:solidFill>
        </p:grpSpPr>
        <p:sp>
          <p:nvSpPr>
            <p:cNvPr id="22" name="순서도: 수동 입력 22">
              <a:extLst>
                <a:ext uri="{FF2B5EF4-FFF2-40B4-BE49-F238E27FC236}">
                  <a16:creationId xmlns:a16="http://schemas.microsoft.com/office/drawing/2014/main" id="{EDA03BA4-43CF-400E-A84C-E7265EB8A7C4}"/>
                </a:ext>
              </a:extLst>
            </p:cNvPr>
            <p:cNvSpPr/>
            <p:nvPr/>
          </p:nvSpPr>
          <p:spPr>
            <a:xfrm rot="16200000" flipV="1">
              <a:off x="-101043" y="101042"/>
              <a:ext cx="775847" cy="5737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33"/>
                <a:gd name="connsiteY0" fmla="*/ 4788 h 10000"/>
                <a:gd name="connsiteX1" fmla="*/ 10033 w 10033"/>
                <a:gd name="connsiteY1" fmla="*/ 0 h 10000"/>
                <a:gd name="connsiteX2" fmla="*/ 10033 w 10033"/>
                <a:gd name="connsiteY2" fmla="*/ 10000 h 10000"/>
                <a:gd name="connsiteX3" fmla="*/ 33 w 10033"/>
                <a:gd name="connsiteY3" fmla="*/ 10000 h 10000"/>
                <a:gd name="connsiteX4" fmla="*/ 0 w 10033"/>
                <a:gd name="connsiteY4" fmla="*/ 478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3" h="10000">
                  <a:moveTo>
                    <a:pt x="0" y="4788"/>
                  </a:moveTo>
                  <a:lnTo>
                    <a:pt x="10033" y="0"/>
                  </a:lnTo>
                  <a:lnTo>
                    <a:pt x="10033" y="10000"/>
                  </a:lnTo>
                  <a:lnTo>
                    <a:pt x="33" y="10000"/>
                  </a:lnTo>
                  <a:cubicBezTo>
                    <a:pt x="22" y="8263"/>
                    <a:pt x="11" y="6525"/>
                    <a:pt x="0" y="4788"/>
                  </a:cubicBezTo>
                  <a:close/>
                </a:path>
              </a:pathLst>
            </a:cu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dist="38100" algn="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sz="1463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3" name="자유형: 도형 26">
              <a:extLst>
                <a:ext uri="{FF2B5EF4-FFF2-40B4-BE49-F238E27FC236}">
                  <a16:creationId xmlns:a16="http://schemas.microsoft.com/office/drawing/2014/main" id="{4A7E0E9A-C041-421A-B668-15D762ACE246}"/>
                </a:ext>
              </a:extLst>
            </p:cNvPr>
            <p:cNvSpPr/>
            <p:nvPr/>
          </p:nvSpPr>
          <p:spPr>
            <a:xfrm rot="16200000" flipV="1">
              <a:off x="-131568" y="131567"/>
              <a:ext cx="775847" cy="512714"/>
            </a:xfrm>
            <a:custGeom>
              <a:avLst/>
              <a:gdLst>
                <a:gd name="connsiteX0" fmla="*/ 954888 w 954888"/>
                <a:gd name="connsiteY0" fmla="*/ 631032 h 631032"/>
                <a:gd name="connsiteX1" fmla="*/ 954888 w 954888"/>
                <a:gd name="connsiteY1" fmla="*/ 0 h 631032"/>
                <a:gd name="connsiteX2" fmla="*/ 0 w 954888"/>
                <a:gd name="connsiteY2" fmla="*/ 338114 h 631032"/>
                <a:gd name="connsiteX3" fmla="*/ 2500 w 954888"/>
                <a:gd name="connsiteY3" fmla="*/ 631032 h 63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888" h="631032">
                  <a:moveTo>
                    <a:pt x="954888" y="631032"/>
                  </a:moveTo>
                  <a:lnTo>
                    <a:pt x="954888" y="0"/>
                  </a:lnTo>
                  <a:lnTo>
                    <a:pt x="0" y="338114"/>
                  </a:lnTo>
                  <a:lnTo>
                    <a:pt x="2500" y="631032"/>
                  </a:ln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  <a:effectLst>
              <a:outerShdw dist="25400" algn="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 sz="1463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6FFD724-0D16-40B3-B446-8790C29B3A68}"/>
              </a:ext>
            </a:extLst>
          </p:cNvPr>
          <p:cNvCxnSpPr>
            <a:cxnSpLocks/>
          </p:cNvCxnSpPr>
          <p:nvPr userDrawn="1"/>
        </p:nvCxnSpPr>
        <p:spPr>
          <a:xfrm>
            <a:off x="575951" y="612000"/>
            <a:ext cx="11616049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C5003D"/>
                </a:gs>
                <a:gs pos="100000">
                  <a:srgbClr val="F1EEE9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0AD3479-9743-42CA-890E-BB498BC3AEFA}"/>
              </a:ext>
            </a:extLst>
          </p:cNvPr>
          <p:cNvCxnSpPr>
            <a:cxnSpLocks/>
          </p:cNvCxnSpPr>
          <p:nvPr userDrawn="1"/>
        </p:nvCxnSpPr>
        <p:spPr>
          <a:xfrm>
            <a:off x="372522" y="6550729"/>
            <a:ext cx="1150420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246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95">
          <p15:clr>
            <a:srgbClr val="FBAE40"/>
          </p15:clr>
        </p15:guide>
        <p15:guide id="4" pos="438">
          <p15:clr>
            <a:srgbClr val="FBAE40"/>
          </p15:clr>
        </p15:guide>
        <p15:guide id="5" pos="7213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CUB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93">
            <a:extLst>
              <a:ext uri="{FF2B5EF4-FFF2-40B4-BE49-F238E27FC236}">
                <a16:creationId xmlns:a16="http://schemas.microsoft.com/office/drawing/2014/main" id="{8D1E09B6-3076-19F7-D6BF-76BCC299D1B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35746203"/>
              </p:ext>
            </p:extLst>
          </p:nvPr>
        </p:nvGraphicFramePr>
        <p:xfrm>
          <a:off x="372521" y="352197"/>
          <a:ext cx="11507356" cy="461436"/>
        </p:xfrm>
        <a:graphic>
          <a:graphicData uri="http://schemas.openxmlformats.org/drawingml/2006/table">
            <a:tbl>
              <a:tblPr/>
              <a:tblGrid>
                <a:gridCol w="148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6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1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1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메뉴그룹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 기능 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61403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D2C3774-1428-417B-83A4-A2823E908ABD}"/>
              </a:ext>
            </a:extLst>
          </p:cNvPr>
          <p:cNvSpPr txBox="1"/>
          <p:nvPr userDrawn="1"/>
        </p:nvSpPr>
        <p:spPr>
          <a:xfrm>
            <a:off x="6030277" y="6646253"/>
            <a:ext cx="131446" cy="125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algn="ctr" defTabSz="707746" rtl="0" eaLnBrk="1" latinLnBrk="1" hangingPunct="1">
              <a:defRPr/>
            </a:pPr>
            <a:fld id="{9656E337-5DD5-4314-8562-45E92CCAF64F}" type="slidenum">
              <a:rPr lang="ko-KR" altLang="en-US" sz="813" kern="1200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pPr marL="0" algn="ctr" defTabSz="707746" rtl="0" eaLnBrk="1" latinLnBrk="1" hangingPunct="1">
                <a:defRPr/>
              </a:pPr>
              <a:t>‹#›</a:t>
            </a:fld>
            <a:endParaRPr lang="ko-KR" altLang="en-US" sz="813" kern="120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0399B739-0EF5-082D-B0A1-39250CB4B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30598" y="357072"/>
            <a:ext cx="1649278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B4465CF3-4D37-E9FF-9B6F-BC4C8A37F0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0597" y="596678"/>
            <a:ext cx="1649279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855000A-7EB2-1375-55CB-00A7BB80D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2522" y="6585034"/>
            <a:ext cx="1088648" cy="252971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0AD3479-9743-42CA-890E-BB498BC3AEFA}"/>
              </a:ext>
            </a:extLst>
          </p:cNvPr>
          <p:cNvCxnSpPr>
            <a:cxnSpLocks/>
          </p:cNvCxnSpPr>
          <p:nvPr userDrawn="1"/>
        </p:nvCxnSpPr>
        <p:spPr>
          <a:xfrm>
            <a:off x="372522" y="6550729"/>
            <a:ext cx="1150420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DC7AB73-BF13-4C64-B88F-DF985CBD101F}"/>
              </a:ext>
            </a:extLst>
          </p:cNvPr>
          <p:cNvSpPr txBox="1"/>
          <p:nvPr userDrawn="1"/>
        </p:nvSpPr>
        <p:spPr>
          <a:xfrm>
            <a:off x="4860089" y="34390"/>
            <a:ext cx="1677551" cy="1846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818" y="6550729"/>
            <a:ext cx="1977553" cy="336792"/>
          </a:xfrm>
          <a:prstGeom prst="rect">
            <a:avLst/>
          </a:prstGeom>
          <a:effectLst>
            <a:glow rad="25400">
              <a:schemeClr val="bg1">
                <a:alpha val="80000"/>
              </a:schemeClr>
            </a:glow>
          </a:effectLst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0CD3C4-9C36-E0FB-2A90-6DC68237DF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77352" y="364001"/>
            <a:ext cx="3366286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D472443A-9A49-732F-DDFC-E385722A41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357072"/>
            <a:ext cx="2934712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3EC9B29D-428E-F802-AACE-B9799E5AF2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2616" y="594542"/>
            <a:ext cx="7218096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8287ED0-6CA7-2AC0-A86A-D84C6BA83A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6761376"/>
              </p:ext>
            </p:extLst>
          </p:nvPr>
        </p:nvGraphicFramePr>
        <p:xfrm>
          <a:off x="372521" y="812971"/>
          <a:ext cx="11517757" cy="4560139"/>
        </p:xfrm>
        <a:graphic>
          <a:graphicData uri="http://schemas.openxmlformats.org/drawingml/2006/table">
            <a:tbl>
              <a:tblPr/>
              <a:tblGrid>
                <a:gridCol w="11517757">
                  <a:extLst>
                    <a:ext uri="{9D8B030D-6E8A-4147-A177-3AD203B41FA5}">
                      <a16:colId xmlns:a16="http://schemas.microsoft.com/office/drawing/2014/main" val="3378715236"/>
                    </a:ext>
                  </a:extLst>
                </a:gridCol>
              </a:tblGrid>
              <a:tr h="4560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325811"/>
                  </a:ext>
                </a:extLst>
              </a:tr>
            </a:tbl>
          </a:graphicData>
        </a:graphic>
      </p:graphicFrame>
      <p:graphicFrame>
        <p:nvGraphicFramePr>
          <p:cNvPr id="15" name="Group 193">
            <a:extLst>
              <a:ext uri="{FF2B5EF4-FFF2-40B4-BE49-F238E27FC236}">
                <a16:creationId xmlns:a16="http://schemas.microsoft.com/office/drawing/2014/main" id="{6D7DCAF2-2086-C872-53D6-FEC2C7A1655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7810816"/>
              </p:ext>
            </p:extLst>
          </p:nvPr>
        </p:nvGraphicFramePr>
        <p:xfrm>
          <a:off x="372521" y="5407414"/>
          <a:ext cx="11517758" cy="1102855"/>
        </p:xfrm>
        <a:graphic>
          <a:graphicData uri="http://schemas.openxmlformats.org/drawingml/2006/table">
            <a:tbl>
              <a:tblPr/>
              <a:tblGrid>
                <a:gridCol w="6193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01">
                  <a:extLst>
                    <a:ext uri="{9D8B030D-6E8A-4147-A177-3AD203B41FA5}">
                      <a16:colId xmlns:a16="http://schemas.microsoft.com/office/drawing/2014/main" val="4181542821"/>
                    </a:ext>
                  </a:extLst>
                </a:gridCol>
                <a:gridCol w="2237870">
                  <a:extLst>
                    <a:ext uri="{9D8B030D-6E8A-4147-A177-3AD203B41FA5}">
                      <a16:colId xmlns:a16="http://schemas.microsoft.com/office/drawing/2014/main" val="3731050071"/>
                    </a:ext>
                  </a:extLst>
                </a:gridCol>
                <a:gridCol w="406589">
                  <a:extLst>
                    <a:ext uri="{9D8B030D-6E8A-4147-A177-3AD203B41FA5}">
                      <a16:colId xmlns:a16="http://schemas.microsoft.com/office/drawing/2014/main" val="1097503316"/>
                    </a:ext>
                  </a:extLst>
                </a:gridCol>
                <a:gridCol w="2296194">
                  <a:extLst>
                    <a:ext uri="{9D8B030D-6E8A-4147-A177-3AD203B41FA5}">
                      <a16:colId xmlns:a16="http://schemas.microsoft.com/office/drawing/2014/main" val="1465795671"/>
                    </a:ext>
                  </a:extLst>
                </a:gridCol>
              </a:tblGrid>
              <a:tr h="220571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46779" marB="46779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942799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16306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66038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1278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629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041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59" userDrawn="1">
          <p15:clr>
            <a:srgbClr val="FBAE40"/>
          </p15:clr>
        </p15:guide>
        <p15:guide id="4" pos="438">
          <p15:clr>
            <a:srgbClr val="FBAE40"/>
          </p15:clr>
        </p15:guide>
        <p15:guide id="5" pos="7213">
          <p15:clr>
            <a:srgbClr val="FBAE40"/>
          </p15:clr>
        </p15:guide>
        <p15:guide id="6" orient="horz" pos="415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CUB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93">
            <a:extLst>
              <a:ext uri="{FF2B5EF4-FFF2-40B4-BE49-F238E27FC236}">
                <a16:creationId xmlns:a16="http://schemas.microsoft.com/office/drawing/2014/main" id="{8D1E09B6-3076-19F7-D6BF-76BCC299D1B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35746203"/>
              </p:ext>
            </p:extLst>
          </p:nvPr>
        </p:nvGraphicFramePr>
        <p:xfrm>
          <a:off x="372521" y="352197"/>
          <a:ext cx="11507356" cy="461436"/>
        </p:xfrm>
        <a:graphic>
          <a:graphicData uri="http://schemas.openxmlformats.org/drawingml/2006/table">
            <a:tbl>
              <a:tblPr/>
              <a:tblGrid>
                <a:gridCol w="148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6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1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1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메뉴그룹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 기능 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61403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D2C3774-1428-417B-83A4-A2823E908ABD}"/>
              </a:ext>
            </a:extLst>
          </p:cNvPr>
          <p:cNvSpPr txBox="1"/>
          <p:nvPr userDrawn="1"/>
        </p:nvSpPr>
        <p:spPr>
          <a:xfrm>
            <a:off x="6030277" y="6646253"/>
            <a:ext cx="131446" cy="125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algn="ctr" defTabSz="707746" rtl="0" eaLnBrk="1" latinLnBrk="1" hangingPunct="1">
              <a:defRPr/>
            </a:pPr>
            <a:fld id="{9656E337-5DD5-4314-8562-45E92CCAF64F}" type="slidenum">
              <a:rPr lang="ko-KR" altLang="en-US" sz="813" kern="1200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pPr marL="0" algn="ctr" defTabSz="707746" rtl="0" eaLnBrk="1" latinLnBrk="1" hangingPunct="1">
                <a:defRPr/>
              </a:pPr>
              <a:t>‹#›</a:t>
            </a:fld>
            <a:endParaRPr lang="ko-KR" altLang="en-US" sz="813" kern="120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0399B739-0EF5-082D-B0A1-39250CB4B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30598" y="357072"/>
            <a:ext cx="1649278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B4465CF3-4D37-E9FF-9B6F-BC4C8A37F0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0597" y="596678"/>
            <a:ext cx="1649279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855000A-7EB2-1375-55CB-00A7BB80D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2522" y="6585034"/>
            <a:ext cx="1088648" cy="252971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0AD3479-9743-42CA-890E-BB498BC3AEFA}"/>
              </a:ext>
            </a:extLst>
          </p:cNvPr>
          <p:cNvCxnSpPr>
            <a:cxnSpLocks/>
          </p:cNvCxnSpPr>
          <p:nvPr userDrawn="1"/>
        </p:nvCxnSpPr>
        <p:spPr>
          <a:xfrm>
            <a:off x="372522" y="6550729"/>
            <a:ext cx="1150420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DC7AB73-BF13-4C64-B88F-DF985CBD101F}"/>
              </a:ext>
            </a:extLst>
          </p:cNvPr>
          <p:cNvSpPr txBox="1"/>
          <p:nvPr userDrawn="1"/>
        </p:nvSpPr>
        <p:spPr>
          <a:xfrm>
            <a:off x="4860089" y="34390"/>
            <a:ext cx="1677551" cy="1846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818" y="6550729"/>
            <a:ext cx="1977553" cy="336792"/>
          </a:xfrm>
          <a:prstGeom prst="rect">
            <a:avLst/>
          </a:prstGeom>
          <a:effectLst>
            <a:glow rad="25400">
              <a:schemeClr val="bg1">
                <a:alpha val="80000"/>
              </a:schemeClr>
            </a:glow>
          </a:effectLst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0CD3C4-9C36-E0FB-2A90-6DC68237DF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77352" y="364001"/>
            <a:ext cx="3366286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D472443A-9A49-732F-DDFC-E385722A41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357072"/>
            <a:ext cx="2934712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3EC9B29D-428E-F802-AACE-B9799E5AF2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77352" y="594542"/>
            <a:ext cx="7153360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8287ED0-6CA7-2AC0-A86A-D84C6BA83A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6761376"/>
              </p:ext>
            </p:extLst>
          </p:nvPr>
        </p:nvGraphicFramePr>
        <p:xfrm>
          <a:off x="372521" y="812971"/>
          <a:ext cx="11517757" cy="4560139"/>
        </p:xfrm>
        <a:graphic>
          <a:graphicData uri="http://schemas.openxmlformats.org/drawingml/2006/table">
            <a:tbl>
              <a:tblPr/>
              <a:tblGrid>
                <a:gridCol w="11517757">
                  <a:extLst>
                    <a:ext uri="{9D8B030D-6E8A-4147-A177-3AD203B41FA5}">
                      <a16:colId xmlns:a16="http://schemas.microsoft.com/office/drawing/2014/main" val="3378715236"/>
                    </a:ext>
                  </a:extLst>
                </a:gridCol>
              </a:tblGrid>
              <a:tr h="4560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325811"/>
                  </a:ext>
                </a:extLst>
              </a:tr>
            </a:tbl>
          </a:graphicData>
        </a:graphic>
      </p:graphicFrame>
      <p:graphicFrame>
        <p:nvGraphicFramePr>
          <p:cNvPr id="15" name="Group 193">
            <a:extLst>
              <a:ext uri="{FF2B5EF4-FFF2-40B4-BE49-F238E27FC236}">
                <a16:creationId xmlns:a16="http://schemas.microsoft.com/office/drawing/2014/main" id="{6D7DCAF2-2086-C872-53D6-FEC2C7A1655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7810816"/>
              </p:ext>
            </p:extLst>
          </p:nvPr>
        </p:nvGraphicFramePr>
        <p:xfrm>
          <a:off x="372521" y="5407414"/>
          <a:ext cx="11517758" cy="1102855"/>
        </p:xfrm>
        <a:graphic>
          <a:graphicData uri="http://schemas.openxmlformats.org/drawingml/2006/table">
            <a:tbl>
              <a:tblPr/>
              <a:tblGrid>
                <a:gridCol w="6193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01">
                  <a:extLst>
                    <a:ext uri="{9D8B030D-6E8A-4147-A177-3AD203B41FA5}">
                      <a16:colId xmlns:a16="http://schemas.microsoft.com/office/drawing/2014/main" val="4181542821"/>
                    </a:ext>
                  </a:extLst>
                </a:gridCol>
                <a:gridCol w="2237870">
                  <a:extLst>
                    <a:ext uri="{9D8B030D-6E8A-4147-A177-3AD203B41FA5}">
                      <a16:colId xmlns:a16="http://schemas.microsoft.com/office/drawing/2014/main" val="3731050071"/>
                    </a:ext>
                  </a:extLst>
                </a:gridCol>
                <a:gridCol w="406589">
                  <a:extLst>
                    <a:ext uri="{9D8B030D-6E8A-4147-A177-3AD203B41FA5}">
                      <a16:colId xmlns:a16="http://schemas.microsoft.com/office/drawing/2014/main" val="1097503316"/>
                    </a:ext>
                  </a:extLst>
                </a:gridCol>
                <a:gridCol w="2296194">
                  <a:extLst>
                    <a:ext uri="{9D8B030D-6E8A-4147-A177-3AD203B41FA5}">
                      <a16:colId xmlns:a16="http://schemas.microsoft.com/office/drawing/2014/main" val="1465795671"/>
                    </a:ext>
                  </a:extLst>
                </a:gridCol>
              </a:tblGrid>
              <a:tr h="220571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46779" marB="46779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942799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16306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66038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1278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629304"/>
                  </a:ext>
                </a:extLst>
              </a:tr>
            </a:tbl>
          </a:graphicData>
        </a:graphic>
      </p:graphicFrame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AB08FBAC-6CF5-CCD3-CF16-16259439A4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0612" y="5433259"/>
            <a:ext cx="6165119" cy="106074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329D1106-64E4-BBF3-ACC6-2F81A4C9AB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49709" y="5433259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28774282-EF51-E78E-C545-70B62F1811E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49709" y="5648013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1BD6CB0D-4842-9E76-0439-4D18CBE731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49709" y="5862767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9" name="텍스트 개체 틀 3">
            <a:extLst>
              <a:ext uri="{FF2B5EF4-FFF2-40B4-BE49-F238E27FC236}">
                <a16:creationId xmlns:a16="http://schemas.microsoft.com/office/drawing/2014/main" id="{185C5181-7E6C-76EF-0787-F927B6DFE8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49709" y="6077521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0" name="텍스트 개체 틀 3">
            <a:extLst>
              <a:ext uri="{FF2B5EF4-FFF2-40B4-BE49-F238E27FC236}">
                <a16:creationId xmlns:a16="http://schemas.microsoft.com/office/drawing/2014/main" id="{2742AE6C-096D-97D5-2575-743CF99BB3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49709" y="6292277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7E024317-41FD-2F88-3A08-C3CCC4E589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18721" y="5423819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2" name="텍스트 개체 틀 3">
            <a:extLst>
              <a:ext uri="{FF2B5EF4-FFF2-40B4-BE49-F238E27FC236}">
                <a16:creationId xmlns:a16="http://schemas.microsoft.com/office/drawing/2014/main" id="{3A3D5266-E284-2FF8-A77D-97090A24F3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18721" y="5638573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3" name="텍스트 개체 틀 3">
            <a:extLst>
              <a:ext uri="{FF2B5EF4-FFF2-40B4-BE49-F238E27FC236}">
                <a16:creationId xmlns:a16="http://schemas.microsoft.com/office/drawing/2014/main" id="{9911D1A1-EA68-2BB1-1463-8EC34300C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18721" y="5853327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DEE3306D-FE09-AAA9-CD9D-24FE88A55A3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618721" y="6068081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5" name="텍스트 개체 틀 3">
            <a:extLst>
              <a:ext uri="{FF2B5EF4-FFF2-40B4-BE49-F238E27FC236}">
                <a16:creationId xmlns:a16="http://schemas.microsoft.com/office/drawing/2014/main" id="{D0BB11B3-014B-3C8D-11AD-8937CB11629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18721" y="6282837"/>
            <a:ext cx="2232000" cy="180000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8133EB95-98D3-7CF6-8407-A591FD09CB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63722" y="5407414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id="{B8F0BB3F-007C-2206-2B50-696557B3FB5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63722" y="5622168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E45C9545-D76A-B095-B1CB-FE0031BDED0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63722" y="5836922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40218553-1D16-62D3-4588-F3FB060E64C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63722" y="6051676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30" name="텍스트 개체 틀 3">
            <a:extLst>
              <a:ext uri="{FF2B5EF4-FFF2-40B4-BE49-F238E27FC236}">
                <a16:creationId xmlns:a16="http://schemas.microsoft.com/office/drawing/2014/main" id="{0E30369F-8D21-6625-28DA-CF02B4E2FDE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63722" y="6266432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31" name="텍스트 개체 틀 3">
            <a:extLst>
              <a:ext uri="{FF2B5EF4-FFF2-40B4-BE49-F238E27FC236}">
                <a16:creationId xmlns:a16="http://schemas.microsoft.com/office/drawing/2014/main" id="{9810D51E-1E43-DFBA-5E9B-536674BB4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245676" y="5414534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32" name="텍스트 개체 틀 3">
            <a:extLst>
              <a:ext uri="{FF2B5EF4-FFF2-40B4-BE49-F238E27FC236}">
                <a16:creationId xmlns:a16="http://schemas.microsoft.com/office/drawing/2014/main" id="{82FC6BDE-933D-CB47-9245-0532440676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5676" y="5629288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33" name="텍스트 개체 틀 3">
            <a:extLst>
              <a:ext uri="{FF2B5EF4-FFF2-40B4-BE49-F238E27FC236}">
                <a16:creationId xmlns:a16="http://schemas.microsoft.com/office/drawing/2014/main" id="{1BB5477F-46EE-E72A-8F87-DA21ADA93C7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45676" y="5844042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DF3B1EE6-BD87-84DE-8DCE-216CFE4E767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45676" y="6058796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35" name="텍스트 개체 틀 3">
            <a:extLst>
              <a:ext uri="{FF2B5EF4-FFF2-40B4-BE49-F238E27FC236}">
                <a16:creationId xmlns:a16="http://schemas.microsoft.com/office/drawing/2014/main" id="{73D73F99-FD4A-10E5-ADF3-036EEA1EDC7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45676" y="6273552"/>
            <a:ext cx="346429" cy="212964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9824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59">
          <p15:clr>
            <a:srgbClr val="FBAE40"/>
          </p15:clr>
        </p15:guide>
        <p15:guide id="4" pos="438">
          <p15:clr>
            <a:srgbClr val="FBAE40"/>
          </p15:clr>
        </p15:guide>
        <p15:guide id="5" pos="7213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ICUB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93">
            <a:extLst>
              <a:ext uri="{FF2B5EF4-FFF2-40B4-BE49-F238E27FC236}">
                <a16:creationId xmlns:a16="http://schemas.microsoft.com/office/drawing/2014/main" id="{8D1E09B6-3076-19F7-D6BF-76BCC299D1B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35746203"/>
              </p:ext>
            </p:extLst>
          </p:nvPr>
        </p:nvGraphicFramePr>
        <p:xfrm>
          <a:off x="372521" y="352197"/>
          <a:ext cx="11507356" cy="461436"/>
        </p:xfrm>
        <a:graphic>
          <a:graphicData uri="http://schemas.openxmlformats.org/drawingml/2006/table">
            <a:tbl>
              <a:tblPr/>
              <a:tblGrid>
                <a:gridCol w="148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6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1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1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메뉴그룹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 기능 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61403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D2C3774-1428-417B-83A4-A2823E908ABD}"/>
              </a:ext>
            </a:extLst>
          </p:cNvPr>
          <p:cNvSpPr txBox="1"/>
          <p:nvPr userDrawn="1"/>
        </p:nvSpPr>
        <p:spPr>
          <a:xfrm>
            <a:off x="6030277" y="6646253"/>
            <a:ext cx="131446" cy="125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algn="ctr" defTabSz="707746" rtl="0" eaLnBrk="1" latinLnBrk="1" hangingPunct="1">
              <a:defRPr/>
            </a:pPr>
            <a:fld id="{9656E337-5DD5-4314-8562-45E92CCAF64F}" type="slidenum">
              <a:rPr lang="ko-KR" altLang="en-US" sz="813" kern="1200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pPr marL="0" algn="ctr" defTabSz="707746" rtl="0" eaLnBrk="1" latinLnBrk="1" hangingPunct="1">
                <a:defRPr/>
              </a:pPr>
              <a:t>‹#›</a:t>
            </a:fld>
            <a:endParaRPr lang="ko-KR" altLang="en-US" sz="813" kern="120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0399B739-0EF5-082D-B0A1-39250CB4B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30598" y="357072"/>
            <a:ext cx="1649278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B4465CF3-4D37-E9FF-9B6F-BC4C8A37F0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0597" y="596678"/>
            <a:ext cx="1649279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855000A-7EB2-1375-55CB-00A7BB80D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2522" y="6585034"/>
            <a:ext cx="1088648" cy="252971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0AD3479-9743-42CA-890E-BB498BC3AEFA}"/>
              </a:ext>
            </a:extLst>
          </p:cNvPr>
          <p:cNvCxnSpPr>
            <a:cxnSpLocks/>
          </p:cNvCxnSpPr>
          <p:nvPr userDrawn="1"/>
        </p:nvCxnSpPr>
        <p:spPr>
          <a:xfrm>
            <a:off x="372522" y="6550729"/>
            <a:ext cx="1150420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DC7AB73-BF13-4C64-B88F-DF985CBD101F}"/>
              </a:ext>
            </a:extLst>
          </p:cNvPr>
          <p:cNvSpPr txBox="1"/>
          <p:nvPr userDrawn="1"/>
        </p:nvSpPr>
        <p:spPr>
          <a:xfrm>
            <a:off x="4860089" y="34390"/>
            <a:ext cx="1677551" cy="1846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818" y="6550729"/>
            <a:ext cx="1977553" cy="336792"/>
          </a:xfrm>
          <a:prstGeom prst="rect">
            <a:avLst/>
          </a:prstGeom>
          <a:effectLst>
            <a:glow rad="25400">
              <a:schemeClr val="bg1">
                <a:alpha val="80000"/>
              </a:schemeClr>
            </a:glow>
          </a:effectLst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0CD3C4-9C36-E0FB-2A90-6DC68237DF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77352" y="364001"/>
            <a:ext cx="3366286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D472443A-9A49-732F-DDFC-E385722A41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357072"/>
            <a:ext cx="2934712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3EC9B29D-428E-F802-AACE-B9799E5AF2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2616" y="594542"/>
            <a:ext cx="7218096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8287ED0-6CA7-2AC0-A86A-D84C6BA83A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6761376"/>
              </p:ext>
            </p:extLst>
          </p:nvPr>
        </p:nvGraphicFramePr>
        <p:xfrm>
          <a:off x="372521" y="812971"/>
          <a:ext cx="11517757" cy="4560139"/>
        </p:xfrm>
        <a:graphic>
          <a:graphicData uri="http://schemas.openxmlformats.org/drawingml/2006/table">
            <a:tbl>
              <a:tblPr/>
              <a:tblGrid>
                <a:gridCol w="11517757">
                  <a:extLst>
                    <a:ext uri="{9D8B030D-6E8A-4147-A177-3AD203B41FA5}">
                      <a16:colId xmlns:a16="http://schemas.microsoft.com/office/drawing/2014/main" val="3378715236"/>
                    </a:ext>
                  </a:extLst>
                </a:gridCol>
              </a:tblGrid>
              <a:tr h="4560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325811"/>
                  </a:ext>
                </a:extLst>
              </a:tr>
            </a:tbl>
          </a:graphicData>
        </a:graphic>
      </p:graphicFrame>
      <p:graphicFrame>
        <p:nvGraphicFramePr>
          <p:cNvPr id="15" name="Group 193">
            <a:extLst>
              <a:ext uri="{FF2B5EF4-FFF2-40B4-BE49-F238E27FC236}">
                <a16:creationId xmlns:a16="http://schemas.microsoft.com/office/drawing/2014/main" id="{6D7DCAF2-2086-C872-53D6-FEC2C7A1655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7810816"/>
              </p:ext>
            </p:extLst>
          </p:nvPr>
        </p:nvGraphicFramePr>
        <p:xfrm>
          <a:off x="372521" y="5407414"/>
          <a:ext cx="11517758" cy="1102855"/>
        </p:xfrm>
        <a:graphic>
          <a:graphicData uri="http://schemas.openxmlformats.org/drawingml/2006/table">
            <a:tbl>
              <a:tblPr/>
              <a:tblGrid>
                <a:gridCol w="6193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01">
                  <a:extLst>
                    <a:ext uri="{9D8B030D-6E8A-4147-A177-3AD203B41FA5}">
                      <a16:colId xmlns:a16="http://schemas.microsoft.com/office/drawing/2014/main" val="4181542821"/>
                    </a:ext>
                  </a:extLst>
                </a:gridCol>
                <a:gridCol w="2237870">
                  <a:extLst>
                    <a:ext uri="{9D8B030D-6E8A-4147-A177-3AD203B41FA5}">
                      <a16:colId xmlns:a16="http://schemas.microsoft.com/office/drawing/2014/main" val="3731050071"/>
                    </a:ext>
                  </a:extLst>
                </a:gridCol>
                <a:gridCol w="406589">
                  <a:extLst>
                    <a:ext uri="{9D8B030D-6E8A-4147-A177-3AD203B41FA5}">
                      <a16:colId xmlns:a16="http://schemas.microsoft.com/office/drawing/2014/main" val="1097503316"/>
                    </a:ext>
                  </a:extLst>
                </a:gridCol>
                <a:gridCol w="2296194">
                  <a:extLst>
                    <a:ext uri="{9D8B030D-6E8A-4147-A177-3AD203B41FA5}">
                      <a16:colId xmlns:a16="http://schemas.microsoft.com/office/drawing/2014/main" val="1465795671"/>
                    </a:ext>
                  </a:extLst>
                </a:gridCol>
              </a:tblGrid>
              <a:tr h="220571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46779" marB="46779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942799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16306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66038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1278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629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43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59">
          <p15:clr>
            <a:srgbClr val="FBAE40"/>
          </p15:clr>
        </p15:guide>
        <p15:guide id="4" pos="438">
          <p15:clr>
            <a:srgbClr val="FBAE40"/>
          </p15:clr>
        </p15:guide>
        <p15:guide id="5" pos="7213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ICUB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93">
            <a:extLst>
              <a:ext uri="{FF2B5EF4-FFF2-40B4-BE49-F238E27FC236}">
                <a16:creationId xmlns:a16="http://schemas.microsoft.com/office/drawing/2014/main" id="{8D1E09B6-3076-19F7-D6BF-76BCC299D1B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35746203"/>
              </p:ext>
            </p:extLst>
          </p:nvPr>
        </p:nvGraphicFramePr>
        <p:xfrm>
          <a:off x="372521" y="352197"/>
          <a:ext cx="11507356" cy="461436"/>
        </p:xfrm>
        <a:graphic>
          <a:graphicData uri="http://schemas.openxmlformats.org/drawingml/2006/table">
            <a:tbl>
              <a:tblPr/>
              <a:tblGrid>
                <a:gridCol w="148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6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1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1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메뉴그룹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 기능 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61403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D2C3774-1428-417B-83A4-A2823E908ABD}"/>
              </a:ext>
            </a:extLst>
          </p:cNvPr>
          <p:cNvSpPr txBox="1"/>
          <p:nvPr userDrawn="1"/>
        </p:nvSpPr>
        <p:spPr>
          <a:xfrm>
            <a:off x="6030277" y="6646253"/>
            <a:ext cx="131446" cy="125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algn="ctr" defTabSz="707746" rtl="0" eaLnBrk="1" latinLnBrk="1" hangingPunct="1">
              <a:defRPr/>
            </a:pPr>
            <a:fld id="{9656E337-5DD5-4314-8562-45E92CCAF64F}" type="slidenum">
              <a:rPr lang="ko-KR" altLang="en-US" sz="813" kern="1200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pPr marL="0" algn="ctr" defTabSz="707746" rtl="0" eaLnBrk="1" latinLnBrk="1" hangingPunct="1">
                <a:defRPr/>
              </a:pPr>
              <a:t>‹#›</a:t>
            </a:fld>
            <a:endParaRPr lang="ko-KR" altLang="en-US" sz="813" kern="120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0399B739-0EF5-082D-B0A1-39250CB4B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30598" y="357072"/>
            <a:ext cx="1649278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B4465CF3-4D37-E9FF-9B6F-BC4C8A37F0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0597" y="596678"/>
            <a:ext cx="1649279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855000A-7EB2-1375-55CB-00A7BB80D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2522" y="6585034"/>
            <a:ext cx="1088648" cy="252971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0AD3479-9743-42CA-890E-BB498BC3AEFA}"/>
              </a:ext>
            </a:extLst>
          </p:cNvPr>
          <p:cNvCxnSpPr>
            <a:cxnSpLocks/>
          </p:cNvCxnSpPr>
          <p:nvPr userDrawn="1"/>
        </p:nvCxnSpPr>
        <p:spPr>
          <a:xfrm>
            <a:off x="372522" y="6550729"/>
            <a:ext cx="1150420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DC7AB73-BF13-4C64-B88F-DF985CBD101F}"/>
              </a:ext>
            </a:extLst>
          </p:cNvPr>
          <p:cNvSpPr txBox="1"/>
          <p:nvPr userDrawn="1"/>
        </p:nvSpPr>
        <p:spPr>
          <a:xfrm>
            <a:off x="4860089" y="34390"/>
            <a:ext cx="1677551" cy="1846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818" y="6550729"/>
            <a:ext cx="1977553" cy="336792"/>
          </a:xfrm>
          <a:prstGeom prst="rect">
            <a:avLst/>
          </a:prstGeom>
          <a:effectLst>
            <a:glow rad="25400">
              <a:schemeClr val="bg1">
                <a:alpha val="80000"/>
              </a:schemeClr>
            </a:glow>
          </a:effectLst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0CD3C4-9C36-E0FB-2A90-6DC68237DF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77352" y="364001"/>
            <a:ext cx="3366286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D472443A-9A49-732F-DDFC-E385722A41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357072"/>
            <a:ext cx="2934712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3EC9B29D-428E-F802-AACE-B9799E5AF2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2616" y="594542"/>
            <a:ext cx="7218096" cy="216493"/>
          </a:xfrm>
          <a:prstGeom prst="rect">
            <a:avLst/>
          </a:prstGeom>
        </p:spPr>
        <p:txBody>
          <a:bodyPr/>
          <a:lstStyle>
            <a:lvl1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spcBef>
                <a:spcPct val="50000"/>
              </a:spcBef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8287ED0-6CA7-2AC0-A86A-D84C6BA83A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6761376"/>
              </p:ext>
            </p:extLst>
          </p:nvPr>
        </p:nvGraphicFramePr>
        <p:xfrm>
          <a:off x="372521" y="812971"/>
          <a:ext cx="11517757" cy="4560139"/>
        </p:xfrm>
        <a:graphic>
          <a:graphicData uri="http://schemas.openxmlformats.org/drawingml/2006/table">
            <a:tbl>
              <a:tblPr/>
              <a:tblGrid>
                <a:gridCol w="11517757">
                  <a:extLst>
                    <a:ext uri="{9D8B030D-6E8A-4147-A177-3AD203B41FA5}">
                      <a16:colId xmlns:a16="http://schemas.microsoft.com/office/drawing/2014/main" val="3378715236"/>
                    </a:ext>
                  </a:extLst>
                </a:gridCol>
              </a:tblGrid>
              <a:tr h="4560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79" marB="4677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325811"/>
                  </a:ext>
                </a:extLst>
              </a:tr>
            </a:tbl>
          </a:graphicData>
        </a:graphic>
      </p:graphicFrame>
      <p:graphicFrame>
        <p:nvGraphicFramePr>
          <p:cNvPr id="15" name="Group 193">
            <a:extLst>
              <a:ext uri="{FF2B5EF4-FFF2-40B4-BE49-F238E27FC236}">
                <a16:creationId xmlns:a16="http://schemas.microsoft.com/office/drawing/2014/main" id="{6D7DCAF2-2086-C872-53D6-FEC2C7A1655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7810816"/>
              </p:ext>
            </p:extLst>
          </p:nvPr>
        </p:nvGraphicFramePr>
        <p:xfrm>
          <a:off x="372521" y="5407414"/>
          <a:ext cx="11517758" cy="1102855"/>
        </p:xfrm>
        <a:graphic>
          <a:graphicData uri="http://schemas.openxmlformats.org/drawingml/2006/table">
            <a:tbl>
              <a:tblPr/>
              <a:tblGrid>
                <a:gridCol w="6193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01">
                  <a:extLst>
                    <a:ext uri="{9D8B030D-6E8A-4147-A177-3AD203B41FA5}">
                      <a16:colId xmlns:a16="http://schemas.microsoft.com/office/drawing/2014/main" val="4181542821"/>
                    </a:ext>
                  </a:extLst>
                </a:gridCol>
                <a:gridCol w="2237870">
                  <a:extLst>
                    <a:ext uri="{9D8B030D-6E8A-4147-A177-3AD203B41FA5}">
                      <a16:colId xmlns:a16="http://schemas.microsoft.com/office/drawing/2014/main" val="3731050071"/>
                    </a:ext>
                  </a:extLst>
                </a:gridCol>
                <a:gridCol w="406589">
                  <a:extLst>
                    <a:ext uri="{9D8B030D-6E8A-4147-A177-3AD203B41FA5}">
                      <a16:colId xmlns:a16="http://schemas.microsoft.com/office/drawing/2014/main" val="1097503316"/>
                    </a:ext>
                  </a:extLst>
                </a:gridCol>
                <a:gridCol w="2296194">
                  <a:extLst>
                    <a:ext uri="{9D8B030D-6E8A-4147-A177-3AD203B41FA5}">
                      <a16:colId xmlns:a16="http://schemas.microsoft.com/office/drawing/2014/main" val="1465795671"/>
                    </a:ext>
                  </a:extLst>
                </a:gridCol>
              </a:tblGrid>
              <a:tr h="220571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46779" marB="46779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942799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16306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66038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1278"/>
                  </a:ext>
                </a:extLst>
              </a:tr>
              <a:tr h="220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629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986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59">
          <p15:clr>
            <a:srgbClr val="FBAE40"/>
          </p15:clr>
        </p15:guide>
        <p15:guide id="4" pos="438">
          <p15:clr>
            <a:srgbClr val="FBAE40"/>
          </p15:clr>
        </p15:guide>
        <p15:guide id="5" pos="7213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57F9955-20D4-44B1-A587-3A30975496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9082447" y="6482506"/>
            <a:ext cx="3101538" cy="3754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B608CB-DCA7-4507-A14E-5FB4CCE820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221" y="2627694"/>
            <a:ext cx="9597556" cy="1119545"/>
          </a:xfrm>
          <a:prstGeom prst="rect">
            <a:avLst/>
          </a:prstGeom>
        </p:spPr>
      </p:pic>
      <p:sp>
        <p:nvSpPr>
          <p:cNvPr id="6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DC7AB73-BF13-4C64-B88F-DF985CBD101F}"/>
              </a:ext>
            </a:extLst>
          </p:cNvPr>
          <p:cNvSpPr txBox="1"/>
          <p:nvPr userDrawn="1"/>
        </p:nvSpPr>
        <p:spPr>
          <a:xfrm>
            <a:off x="4860089" y="202123"/>
            <a:ext cx="1677551" cy="1846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370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CUBE_Cover_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750900AC-B4B8-DAA5-B81F-97BB8C765805}"/>
              </a:ext>
            </a:extLst>
          </p:cNvPr>
          <p:cNvGrpSpPr/>
          <p:nvPr userDrawn="1"/>
        </p:nvGrpSpPr>
        <p:grpSpPr>
          <a:xfrm flipH="1">
            <a:off x="5899" y="1184380"/>
            <a:ext cx="5414248" cy="5283522"/>
            <a:chOff x="6761313" y="1431265"/>
            <a:chExt cx="5414248" cy="5283522"/>
          </a:xfrm>
        </p:grpSpPr>
        <p:pic>
          <p:nvPicPr>
            <p:cNvPr id="5" name="그림 4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81C89447-2BE1-0E07-E47E-BA416A5A512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4242" t="203" r="71310" b="56787"/>
            <a:stretch/>
          </p:blipFill>
          <p:spPr>
            <a:xfrm>
              <a:off x="6770178" y="2675406"/>
              <a:ext cx="1342906" cy="1557770"/>
            </a:xfrm>
            <a:custGeom>
              <a:avLst/>
              <a:gdLst>
                <a:gd name="connsiteX0" fmla="*/ 820610 w 1641221"/>
                <a:gd name="connsiteY0" fmla="*/ 0 h 1903816"/>
                <a:gd name="connsiteX1" fmla="*/ 1641221 w 1641221"/>
                <a:gd name="connsiteY1" fmla="*/ 410306 h 1903816"/>
                <a:gd name="connsiteX2" fmla="*/ 1641221 w 1641221"/>
                <a:gd name="connsiteY2" fmla="*/ 1493511 h 1903816"/>
                <a:gd name="connsiteX3" fmla="*/ 820610 w 1641221"/>
                <a:gd name="connsiteY3" fmla="*/ 1903816 h 1903816"/>
                <a:gd name="connsiteX4" fmla="*/ 0 w 1641221"/>
                <a:gd name="connsiteY4" fmla="*/ 1493511 h 1903816"/>
                <a:gd name="connsiteX5" fmla="*/ 0 w 1641221"/>
                <a:gd name="connsiteY5" fmla="*/ 410306 h 1903816"/>
                <a:gd name="connsiteX6" fmla="*/ 820610 w 1641221"/>
                <a:gd name="connsiteY6" fmla="*/ 0 h 1903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21" h="1903816">
                  <a:moveTo>
                    <a:pt x="820610" y="0"/>
                  </a:moveTo>
                  <a:lnTo>
                    <a:pt x="1641221" y="410306"/>
                  </a:lnTo>
                  <a:lnTo>
                    <a:pt x="1641221" y="1493511"/>
                  </a:lnTo>
                  <a:lnTo>
                    <a:pt x="820610" y="1903816"/>
                  </a:lnTo>
                  <a:lnTo>
                    <a:pt x="0" y="1493511"/>
                  </a:lnTo>
                  <a:lnTo>
                    <a:pt x="0" y="410306"/>
                  </a:lnTo>
                  <a:lnTo>
                    <a:pt x="820610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pic>
          <p:nvPicPr>
            <p:cNvPr id="6" name="그림 5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4B34C09D-19A1-37CD-55FD-3370BB90A40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53991" t="203" r="21561" b="56787"/>
            <a:stretch/>
          </p:blipFill>
          <p:spPr>
            <a:xfrm>
              <a:off x="9502821" y="2675407"/>
              <a:ext cx="1342904" cy="1557769"/>
            </a:xfrm>
            <a:custGeom>
              <a:avLst/>
              <a:gdLst>
                <a:gd name="connsiteX0" fmla="*/ 820610 w 1641219"/>
                <a:gd name="connsiteY0" fmla="*/ 0 h 1903815"/>
                <a:gd name="connsiteX1" fmla="*/ 1641219 w 1641219"/>
                <a:gd name="connsiteY1" fmla="*/ 410305 h 1903815"/>
                <a:gd name="connsiteX2" fmla="*/ 1641219 w 1641219"/>
                <a:gd name="connsiteY2" fmla="*/ 1493510 h 1903815"/>
                <a:gd name="connsiteX3" fmla="*/ 820610 w 1641219"/>
                <a:gd name="connsiteY3" fmla="*/ 1903815 h 1903815"/>
                <a:gd name="connsiteX4" fmla="*/ 0 w 1641219"/>
                <a:gd name="connsiteY4" fmla="*/ 1493510 h 1903815"/>
                <a:gd name="connsiteX5" fmla="*/ 0 w 1641219"/>
                <a:gd name="connsiteY5" fmla="*/ 410305 h 1903815"/>
                <a:gd name="connsiteX6" fmla="*/ 820610 w 1641219"/>
                <a:gd name="connsiteY6" fmla="*/ 0 h 1903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19" h="1903815">
                  <a:moveTo>
                    <a:pt x="820610" y="0"/>
                  </a:moveTo>
                  <a:lnTo>
                    <a:pt x="1641219" y="410305"/>
                  </a:lnTo>
                  <a:lnTo>
                    <a:pt x="1641219" y="1493510"/>
                  </a:lnTo>
                  <a:lnTo>
                    <a:pt x="820610" y="1903815"/>
                  </a:lnTo>
                  <a:lnTo>
                    <a:pt x="0" y="1493510"/>
                  </a:lnTo>
                  <a:lnTo>
                    <a:pt x="0" y="410305"/>
                  </a:lnTo>
                  <a:lnTo>
                    <a:pt x="820610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pic>
          <p:nvPicPr>
            <p:cNvPr id="7" name="그림 6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014C44A1-DBB8-AAC8-5CDE-C9CF110C37C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9116" t="203" r="46435" b="56787"/>
            <a:stretch/>
          </p:blipFill>
          <p:spPr>
            <a:xfrm>
              <a:off x="8136499" y="2675407"/>
              <a:ext cx="1342905" cy="1557769"/>
            </a:xfrm>
            <a:custGeom>
              <a:avLst/>
              <a:gdLst>
                <a:gd name="connsiteX0" fmla="*/ 820610 w 1641220"/>
                <a:gd name="connsiteY0" fmla="*/ 0 h 1903815"/>
                <a:gd name="connsiteX1" fmla="*/ 1641220 w 1641220"/>
                <a:gd name="connsiteY1" fmla="*/ 410305 h 1903815"/>
                <a:gd name="connsiteX2" fmla="*/ 1641220 w 1641220"/>
                <a:gd name="connsiteY2" fmla="*/ 1493510 h 1903815"/>
                <a:gd name="connsiteX3" fmla="*/ 820610 w 1641220"/>
                <a:gd name="connsiteY3" fmla="*/ 1903815 h 1903815"/>
                <a:gd name="connsiteX4" fmla="*/ 0 w 1641220"/>
                <a:gd name="connsiteY4" fmla="*/ 1493510 h 1903815"/>
                <a:gd name="connsiteX5" fmla="*/ 0 w 1641220"/>
                <a:gd name="connsiteY5" fmla="*/ 410305 h 1903815"/>
                <a:gd name="connsiteX6" fmla="*/ 820610 w 1641220"/>
                <a:gd name="connsiteY6" fmla="*/ 0 h 1903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20" h="1903815">
                  <a:moveTo>
                    <a:pt x="820610" y="0"/>
                  </a:moveTo>
                  <a:lnTo>
                    <a:pt x="1641220" y="410305"/>
                  </a:lnTo>
                  <a:lnTo>
                    <a:pt x="1641220" y="1493510"/>
                  </a:lnTo>
                  <a:lnTo>
                    <a:pt x="820610" y="1903815"/>
                  </a:lnTo>
                  <a:lnTo>
                    <a:pt x="0" y="1493510"/>
                  </a:lnTo>
                  <a:lnTo>
                    <a:pt x="0" y="410305"/>
                  </a:lnTo>
                  <a:lnTo>
                    <a:pt x="820610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pic>
          <p:nvPicPr>
            <p:cNvPr id="8" name="그림 7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CAA9BE9C-1D31-2EC1-9D0B-B0BBE1C20F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41530" t="34310" r="34022" b="22680"/>
            <a:stretch/>
          </p:blipFill>
          <p:spPr>
            <a:xfrm>
              <a:off x="8818343" y="3910711"/>
              <a:ext cx="1342905" cy="1557768"/>
            </a:xfrm>
            <a:custGeom>
              <a:avLst/>
              <a:gdLst>
                <a:gd name="connsiteX0" fmla="*/ 820610 w 1641220"/>
                <a:gd name="connsiteY0" fmla="*/ 0 h 1903814"/>
                <a:gd name="connsiteX1" fmla="*/ 1641220 w 1641220"/>
                <a:gd name="connsiteY1" fmla="*/ 410305 h 1903814"/>
                <a:gd name="connsiteX2" fmla="*/ 1641220 w 1641220"/>
                <a:gd name="connsiteY2" fmla="*/ 1493510 h 1903814"/>
                <a:gd name="connsiteX3" fmla="*/ 820610 w 1641220"/>
                <a:gd name="connsiteY3" fmla="*/ 1903814 h 1903814"/>
                <a:gd name="connsiteX4" fmla="*/ 0 w 1641220"/>
                <a:gd name="connsiteY4" fmla="*/ 1493509 h 1903814"/>
                <a:gd name="connsiteX5" fmla="*/ 0 w 1641220"/>
                <a:gd name="connsiteY5" fmla="*/ 410305 h 1903814"/>
                <a:gd name="connsiteX6" fmla="*/ 820610 w 1641220"/>
                <a:gd name="connsiteY6" fmla="*/ 0 h 190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20" h="1903814">
                  <a:moveTo>
                    <a:pt x="820610" y="0"/>
                  </a:moveTo>
                  <a:lnTo>
                    <a:pt x="1641220" y="410305"/>
                  </a:lnTo>
                  <a:lnTo>
                    <a:pt x="1641220" y="1493510"/>
                  </a:lnTo>
                  <a:lnTo>
                    <a:pt x="820610" y="1903814"/>
                  </a:lnTo>
                  <a:lnTo>
                    <a:pt x="0" y="1493509"/>
                  </a:lnTo>
                  <a:lnTo>
                    <a:pt x="0" y="410305"/>
                  </a:lnTo>
                  <a:lnTo>
                    <a:pt x="820610" y="0"/>
                  </a:lnTo>
                  <a:close/>
                </a:path>
              </a:pathLst>
            </a:custGeom>
          </p:spPr>
        </p:pic>
        <p:pic>
          <p:nvPicPr>
            <p:cNvPr id="9" name="그림 8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D659CB1A-FC3A-EB43-5BF2-7028F5A1BCB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66404" t="34310" r="9147" b="22680"/>
            <a:stretch/>
          </p:blipFill>
          <p:spPr>
            <a:xfrm>
              <a:off x="10184666" y="3910712"/>
              <a:ext cx="1342904" cy="1557769"/>
            </a:xfrm>
            <a:custGeom>
              <a:avLst/>
              <a:gdLst>
                <a:gd name="connsiteX0" fmla="*/ 820609 w 1641219"/>
                <a:gd name="connsiteY0" fmla="*/ 0 h 1903815"/>
                <a:gd name="connsiteX1" fmla="*/ 1641219 w 1641219"/>
                <a:gd name="connsiteY1" fmla="*/ 410305 h 1903815"/>
                <a:gd name="connsiteX2" fmla="*/ 1641219 w 1641219"/>
                <a:gd name="connsiteY2" fmla="*/ 1493510 h 1903815"/>
                <a:gd name="connsiteX3" fmla="*/ 820609 w 1641219"/>
                <a:gd name="connsiteY3" fmla="*/ 1903815 h 1903815"/>
                <a:gd name="connsiteX4" fmla="*/ 0 w 1641219"/>
                <a:gd name="connsiteY4" fmla="*/ 1493510 h 1903815"/>
                <a:gd name="connsiteX5" fmla="*/ 0 w 1641219"/>
                <a:gd name="connsiteY5" fmla="*/ 410305 h 1903815"/>
                <a:gd name="connsiteX6" fmla="*/ 820609 w 1641219"/>
                <a:gd name="connsiteY6" fmla="*/ 0 h 1903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19" h="1903815">
                  <a:moveTo>
                    <a:pt x="820609" y="0"/>
                  </a:moveTo>
                  <a:lnTo>
                    <a:pt x="1641219" y="410305"/>
                  </a:lnTo>
                  <a:lnTo>
                    <a:pt x="1641219" y="1493510"/>
                  </a:lnTo>
                  <a:lnTo>
                    <a:pt x="820609" y="1903815"/>
                  </a:lnTo>
                  <a:lnTo>
                    <a:pt x="0" y="1493510"/>
                  </a:lnTo>
                  <a:lnTo>
                    <a:pt x="0" y="410305"/>
                  </a:lnTo>
                  <a:lnTo>
                    <a:pt x="820609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pic>
          <p:nvPicPr>
            <p:cNvPr id="10" name="그림 9" descr="사람, 기술자, 기계, 의류이(가) 표시된 사진&#10;&#10;자동 생성된 설명">
              <a:extLst>
                <a:ext uri="{FF2B5EF4-FFF2-40B4-BE49-F238E27FC236}">
                  <a16:creationId xmlns:a16="http://schemas.microsoft.com/office/drawing/2014/main" id="{F839B2C6-1647-DE89-171D-3B8DF2BDABC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655" t="34310" r="58897" b="22680"/>
            <a:stretch/>
          </p:blipFill>
          <p:spPr>
            <a:xfrm>
              <a:off x="7452022" y="3910713"/>
              <a:ext cx="1342906" cy="1557768"/>
            </a:xfrm>
            <a:custGeom>
              <a:avLst/>
              <a:gdLst>
                <a:gd name="connsiteX0" fmla="*/ 820611 w 1641221"/>
                <a:gd name="connsiteY0" fmla="*/ 0 h 1903814"/>
                <a:gd name="connsiteX1" fmla="*/ 1641221 w 1641221"/>
                <a:gd name="connsiteY1" fmla="*/ 410305 h 1903814"/>
                <a:gd name="connsiteX2" fmla="*/ 1641221 w 1641221"/>
                <a:gd name="connsiteY2" fmla="*/ 1493509 h 1903814"/>
                <a:gd name="connsiteX3" fmla="*/ 820611 w 1641221"/>
                <a:gd name="connsiteY3" fmla="*/ 1903814 h 1903814"/>
                <a:gd name="connsiteX4" fmla="*/ 0 w 1641221"/>
                <a:gd name="connsiteY4" fmla="*/ 1493509 h 1903814"/>
                <a:gd name="connsiteX5" fmla="*/ 0 w 1641221"/>
                <a:gd name="connsiteY5" fmla="*/ 410305 h 1903814"/>
                <a:gd name="connsiteX6" fmla="*/ 820611 w 1641221"/>
                <a:gd name="connsiteY6" fmla="*/ 0 h 190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221" h="1903814">
                  <a:moveTo>
                    <a:pt x="820611" y="0"/>
                  </a:moveTo>
                  <a:lnTo>
                    <a:pt x="1641221" y="410305"/>
                  </a:lnTo>
                  <a:lnTo>
                    <a:pt x="1641221" y="1493509"/>
                  </a:lnTo>
                  <a:lnTo>
                    <a:pt x="820611" y="1903814"/>
                  </a:lnTo>
                  <a:lnTo>
                    <a:pt x="0" y="1493509"/>
                  </a:lnTo>
                  <a:lnTo>
                    <a:pt x="0" y="410305"/>
                  </a:lnTo>
                  <a:lnTo>
                    <a:pt x="820611" y="0"/>
                  </a:lnTo>
                  <a:close/>
                </a:path>
              </a:pathLst>
            </a:custGeom>
            <a:solidFill>
              <a:schemeClr val="bg1"/>
            </a:solidFill>
          </p:spPr>
        </p:pic>
        <p:sp>
          <p:nvSpPr>
            <p:cNvPr id="11" name="육각형 10">
              <a:extLst>
                <a:ext uri="{FF2B5EF4-FFF2-40B4-BE49-F238E27FC236}">
                  <a16:creationId xmlns:a16="http://schemas.microsoft.com/office/drawing/2014/main" id="{B675C6BF-6BF9-E8FE-24AA-889716CF0358}"/>
                </a:ext>
              </a:extLst>
            </p:cNvPr>
            <p:cNvSpPr/>
            <p:nvPr userDrawn="1"/>
          </p:nvSpPr>
          <p:spPr>
            <a:xfrm rot="5400000">
              <a:off x="10077233" y="4018142"/>
              <a:ext cx="1557769" cy="1342905"/>
            </a:xfrm>
            <a:prstGeom prst="hexagon">
              <a:avLst/>
            </a:prstGeom>
            <a:gradFill flip="none" rotWithShape="1">
              <a:gsLst>
                <a:gs pos="0">
                  <a:srgbClr val="EDF1F5">
                    <a:alpha val="10000"/>
                  </a:srgbClr>
                </a:gs>
                <a:gs pos="100000">
                  <a:srgbClr val="C4D2DA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맑은 고딕" panose="020F0502020204030204"/>
                <a:ea typeface="맑은 고딕" panose="020B0503020000020004" pitchFamily="34" charset="-127"/>
              </a:endParaRPr>
            </a:p>
          </p:txBody>
        </p:sp>
        <p:sp>
          <p:nvSpPr>
            <p:cNvPr id="12" name="육각형 11">
              <a:extLst>
                <a:ext uri="{FF2B5EF4-FFF2-40B4-BE49-F238E27FC236}">
                  <a16:creationId xmlns:a16="http://schemas.microsoft.com/office/drawing/2014/main" id="{9D0EC2AC-1624-1325-D4A3-F0A17544BC80}"/>
                </a:ext>
              </a:extLst>
            </p:cNvPr>
            <p:cNvSpPr/>
            <p:nvPr userDrawn="1"/>
          </p:nvSpPr>
          <p:spPr>
            <a:xfrm rot="5400000">
              <a:off x="7344591" y="4018142"/>
              <a:ext cx="1557769" cy="1342905"/>
            </a:xfrm>
            <a:prstGeom prst="hexagon">
              <a:avLst/>
            </a:prstGeom>
            <a:gradFill flip="none" rotWithShape="1">
              <a:gsLst>
                <a:gs pos="0">
                  <a:srgbClr val="EDF1F5">
                    <a:alpha val="10000"/>
                  </a:srgbClr>
                </a:gs>
                <a:gs pos="100000">
                  <a:srgbClr val="C4D2DA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ko-KR" altLang="en-US">
                <a:solidFill>
                  <a:prstClr val="white"/>
                </a:solidFill>
                <a:latin typeface="맑은 고딕" panose="020F0502020204030204"/>
                <a:ea typeface="맑은 고딕" panose="020B0503020000020004" pitchFamily="34" charset="-127"/>
              </a:endParaRPr>
            </a:p>
          </p:txBody>
        </p:sp>
        <p:sp>
          <p:nvSpPr>
            <p:cNvPr id="13" name="육각형 12">
              <a:extLst>
                <a:ext uri="{FF2B5EF4-FFF2-40B4-BE49-F238E27FC236}">
                  <a16:creationId xmlns:a16="http://schemas.microsoft.com/office/drawing/2014/main" id="{6C6B52C6-91DC-D794-EF97-C5D8A1ABCFA8}"/>
                </a:ext>
              </a:extLst>
            </p:cNvPr>
            <p:cNvSpPr/>
            <p:nvPr userDrawn="1"/>
          </p:nvSpPr>
          <p:spPr>
            <a:xfrm rot="5400000">
              <a:off x="8710912" y="4018143"/>
              <a:ext cx="1557769" cy="1342905"/>
            </a:xfrm>
            <a:prstGeom prst="hexagon">
              <a:avLst/>
            </a:prstGeom>
            <a:gradFill flip="none" rotWithShape="1">
              <a:gsLst>
                <a:gs pos="0">
                  <a:srgbClr val="EDF1F5">
                    <a:alpha val="10000"/>
                  </a:srgbClr>
                </a:gs>
                <a:gs pos="100000">
                  <a:srgbClr val="C4D2DA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맑은 고딕" panose="020F0502020204030204"/>
                <a:ea typeface="맑은 고딕" panose="020B0503020000020004" pitchFamily="34" charset="-127"/>
              </a:endParaRPr>
            </a:p>
          </p:txBody>
        </p:sp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CA0E65FD-7F90-B595-B970-EC7DD6DB15EF}"/>
                </a:ext>
              </a:extLst>
            </p:cNvPr>
            <p:cNvSpPr/>
            <p:nvPr userDrawn="1"/>
          </p:nvSpPr>
          <p:spPr>
            <a:xfrm rot="5400000">
              <a:off x="8029067" y="2782840"/>
              <a:ext cx="1557769" cy="1342905"/>
            </a:xfrm>
            <a:prstGeom prst="hexagon">
              <a:avLst/>
            </a:prstGeom>
            <a:gradFill flip="none" rotWithShape="1">
              <a:gsLst>
                <a:gs pos="0">
                  <a:srgbClr val="EDF1F5">
                    <a:alpha val="10000"/>
                  </a:srgbClr>
                </a:gs>
                <a:gs pos="100000">
                  <a:srgbClr val="C4D2DA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ko-KR" altLang="en-US">
                <a:solidFill>
                  <a:prstClr val="white"/>
                </a:solidFill>
                <a:latin typeface="맑은 고딕" panose="020F0502020204030204"/>
                <a:ea typeface="맑은 고딕" panose="020B0503020000020004" pitchFamily="34" charset="-127"/>
              </a:endParaRPr>
            </a:p>
          </p:txBody>
        </p:sp>
        <p:sp>
          <p:nvSpPr>
            <p:cNvPr id="15" name="육각형 14">
              <a:extLst>
                <a:ext uri="{FF2B5EF4-FFF2-40B4-BE49-F238E27FC236}">
                  <a16:creationId xmlns:a16="http://schemas.microsoft.com/office/drawing/2014/main" id="{F9519AA1-5030-F7A3-0D3C-FF0937591E31}"/>
                </a:ext>
              </a:extLst>
            </p:cNvPr>
            <p:cNvSpPr/>
            <p:nvPr userDrawn="1"/>
          </p:nvSpPr>
          <p:spPr>
            <a:xfrm rot="5400000">
              <a:off x="9395389" y="2782839"/>
              <a:ext cx="1557769" cy="1342905"/>
            </a:xfrm>
            <a:prstGeom prst="hexagon">
              <a:avLst/>
            </a:prstGeom>
            <a:gradFill flip="none" rotWithShape="1">
              <a:gsLst>
                <a:gs pos="0">
                  <a:srgbClr val="EDF1F5">
                    <a:alpha val="10000"/>
                  </a:srgbClr>
                </a:gs>
                <a:gs pos="100000">
                  <a:srgbClr val="C4D2DA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ko-KR" altLang="en-US">
                <a:solidFill>
                  <a:prstClr val="white"/>
                </a:solidFill>
                <a:latin typeface="맑은 고딕" panose="020F0502020204030204"/>
                <a:ea typeface="맑은 고딕" panose="020B0503020000020004" pitchFamily="34" charset="-127"/>
              </a:endParaRPr>
            </a:p>
          </p:txBody>
        </p:sp>
        <p:sp>
          <p:nvSpPr>
            <p:cNvPr id="16" name="육각형 15">
              <a:extLst>
                <a:ext uri="{FF2B5EF4-FFF2-40B4-BE49-F238E27FC236}">
                  <a16:creationId xmlns:a16="http://schemas.microsoft.com/office/drawing/2014/main" id="{5FF5A82C-5E35-8151-CF39-053654B0C60B}"/>
                </a:ext>
              </a:extLst>
            </p:cNvPr>
            <p:cNvSpPr/>
            <p:nvPr userDrawn="1"/>
          </p:nvSpPr>
          <p:spPr>
            <a:xfrm rot="5400000">
              <a:off x="6662746" y="2782783"/>
              <a:ext cx="1557769" cy="1342905"/>
            </a:xfrm>
            <a:prstGeom prst="hexagon">
              <a:avLst/>
            </a:prstGeom>
            <a:gradFill flip="none" rotWithShape="1">
              <a:gsLst>
                <a:gs pos="0">
                  <a:srgbClr val="EDF1F5">
                    <a:alpha val="10000"/>
                  </a:srgbClr>
                </a:gs>
                <a:gs pos="100000">
                  <a:srgbClr val="C4D2DA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ko-KR" altLang="en-US">
                <a:solidFill>
                  <a:prstClr val="white"/>
                </a:solidFill>
                <a:latin typeface="맑은 고딕" panose="020F0502020204030204"/>
                <a:ea typeface="맑은 고딕" panose="020B0503020000020004" pitchFamily="34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F04054E2-A686-986A-1D40-9EFCDF7585E8}"/>
                </a:ext>
              </a:extLst>
            </p:cNvPr>
            <p:cNvGrpSpPr/>
            <p:nvPr userDrawn="1"/>
          </p:nvGrpSpPr>
          <p:grpSpPr>
            <a:xfrm>
              <a:off x="8818344" y="1437163"/>
              <a:ext cx="1342905" cy="1557769"/>
              <a:chOff x="7267027" y="255755"/>
              <a:chExt cx="1641220" cy="1903815"/>
            </a:xfrm>
          </p:grpSpPr>
          <p:sp>
            <p:nvSpPr>
              <p:cNvPr id="18" name="육각형 17">
                <a:extLst>
                  <a:ext uri="{FF2B5EF4-FFF2-40B4-BE49-F238E27FC236}">
                    <a16:creationId xmlns:a16="http://schemas.microsoft.com/office/drawing/2014/main" id="{AF889165-0753-642A-17A0-EFE1FBFAF917}"/>
                  </a:ext>
                </a:extLst>
              </p:cNvPr>
              <p:cNvSpPr/>
              <p:nvPr/>
            </p:nvSpPr>
            <p:spPr>
              <a:xfrm rot="5400000">
                <a:off x="7135729" y="387053"/>
                <a:ext cx="1903815" cy="1641220"/>
              </a:xfrm>
              <a:prstGeom prst="hexagon">
                <a:avLst/>
              </a:prstGeom>
              <a:gradFill flip="none" rotWithShape="1">
                <a:gsLst>
                  <a:gs pos="0">
                    <a:srgbClr val="EDF1F5"/>
                  </a:gs>
                  <a:gs pos="100000">
                    <a:srgbClr val="C4D2DA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400" latinLnBrk="1"/>
                <a:endParaRPr lang="ko-KR" altLang="en-US"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34" charset="-127"/>
                </a:endParaRPr>
              </a:p>
            </p:txBody>
          </p: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9E27665A-4837-656C-4048-300AE34429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7635" y="10287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EC49B739-0913-54AF-CC95-399420E919D8}"/>
                  </a:ext>
                </a:extLst>
              </p:cNvPr>
              <p:cNvCxnSpPr>
                <a:cxnSpLocks/>
                <a:stCxn id="18" idx="2"/>
              </p:cNvCxnSpPr>
              <p:nvPr/>
            </p:nvCxnSpPr>
            <p:spPr>
              <a:xfrm>
                <a:off x="7267027" y="6660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B8D19447-0E9C-BD73-0553-EC1B6BFD7FDC}"/>
                  </a:ext>
                </a:extLst>
              </p:cNvPr>
              <p:cNvCxnSpPr>
                <a:cxnSpLocks/>
                <a:endCxn id="18" idx="4"/>
              </p:cNvCxnSpPr>
              <p:nvPr/>
            </p:nvCxnSpPr>
            <p:spPr>
              <a:xfrm flipV="1">
                <a:off x="8087635" y="6660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0E4A742-73C2-0578-2F4C-4D2BD2C19C54}"/>
                </a:ext>
              </a:extLst>
            </p:cNvPr>
            <p:cNvGrpSpPr/>
            <p:nvPr userDrawn="1"/>
          </p:nvGrpSpPr>
          <p:grpSpPr>
            <a:xfrm>
              <a:off x="10189948" y="1431265"/>
              <a:ext cx="1342905" cy="1557769"/>
              <a:chOff x="7267027" y="255755"/>
              <a:chExt cx="1641220" cy="1903815"/>
            </a:xfrm>
          </p:grpSpPr>
          <p:sp>
            <p:nvSpPr>
              <p:cNvPr id="23" name="육각형 22">
                <a:extLst>
                  <a:ext uri="{FF2B5EF4-FFF2-40B4-BE49-F238E27FC236}">
                    <a16:creationId xmlns:a16="http://schemas.microsoft.com/office/drawing/2014/main" id="{36BF25F4-E91E-93D2-CB5C-1BD50387E5B2}"/>
                  </a:ext>
                </a:extLst>
              </p:cNvPr>
              <p:cNvSpPr/>
              <p:nvPr/>
            </p:nvSpPr>
            <p:spPr>
              <a:xfrm rot="5400000">
                <a:off x="7135729" y="387053"/>
                <a:ext cx="1903815" cy="1641220"/>
              </a:xfrm>
              <a:prstGeom prst="hexagon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6C40E4EA-F017-4108-5968-50735B7A1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7635" y="1028700"/>
                <a:ext cx="0" cy="1130870"/>
              </a:xfrm>
              <a:prstGeom prst="line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130123E2-3CA3-702A-AFBD-E72BF618D94A}"/>
                  </a:ext>
                </a:extLst>
              </p:cNvPr>
              <p:cNvCxnSpPr>
                <a:cxnSpLocks/>
                <a:stCxn id="23" idx="2"/>
              </p:cNvCxnSpPr>
              <p:nvPr/>
            </p:nvCxnSpPr>
            <p:spPr>
              <a:xfrm>
                <a:off x="7267027" y="666061"/>
                <a:ext cx="826842" cy="374545"/>
              </a:xfrm>
              <a:prstGeom prst="line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AEB175B4-3B86-3A18-4BB3-5AB219752D35}"/>
                  </a:ext>
                </a:extLst>
              </p:cNvPr>
              <p:cNvCxnSpPr>
                <a:cxnSpLocks/>
                <a:endCxn id="23" idx="4"/>
              </p:cNvCxnSpPr>
              <p:nvPr/>
            </p:nvCxnSpPr>
            <p:spPr>
              <a:xfrm flipV="1">
                <a:off x="8087635" y="666061"/>
                <a:ext cx="820612" cy="374545"/>
              </a:xfrm>
              <a:prstGeom prst="line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3AEDFDA-2BB4-1C7D-CFB6-FA7AEEC1FF67}"/>
                </a:ext>
              </a:extLst>
            </p:cNvPr>
            <p:cNvGrpSpPr/>
            <p:nvPr userDrawn="1"/>
          </p:nvGrpSpPr>
          <p:grpSpPr>
            <a:xfrm>
              <a:off x="8131976" y="3024564"/>
              <a:ext cx="1342905" cy="1222042"/>
              <a:chOff x="7419427" y="818461"/>
              <a:chExt cx="1641220" cy="1493509"/>
            </a:xfrm>
          </p:grpSpPr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234699CB-5C8E-69B5-0797-5B8B97AF2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434AF8A1-7824-960D-3622-3A3D11C60F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FA49EECA-9D79-DA7C-35C5-06F2BBF57F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0C33A45-CD73-8915-C957-C641E118B692}"/>
                </a:ext>
              </a:extLst>
            </p:cNvPr>
            <p:cNvGrpSpPr/>
            <p:nvPr userDrawn="1"/>
          </p:nvGrpSpPr>
          <p:grpSpPr>
            <a:xfrm>
              <a:off x="9503524" y="3024565"/>
              <a:ext cx="1342905" cy="1222042"/>
              <a:chOff x="7419427" y="818461"/>
              <a:chExt cx="1641220" cy="1493509"/>
            </a:xfrm>
          </p:grpSpPr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43876656-BCCE-06EE-C5B8-942B89A386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74AB68DF-B890-B608-50B5-0D7F083B77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BF91922D-CCF6-AEB9-F0C9-5ED95B0D94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274B979E-C551-DAF9-717B-363EBD6C3B4D}"/>
                </a:ext>
              </a:extLst>
            </p:cNvPr>
            <p:cNvGrpSpPr/>
            <p:nvPr userDrawn="1"/>
          </p:nvGrpSpPr>
          <p:grpSpPr>
            <a:xfrm>
              <a:off x="6770177" y="3015446"/>
              <a:ext cx="1342905" cy="1222042"/>
              <a:chOff x="7419427" y="818461"/>
              <a:chExt cx="1641220" cy="1493509"/>
            </a:xfrm>
          </p:grpSpPr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107790B8-016F-019A-0872-C28973FEC2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3469B49B-8AB9-5F37-6A7E-3E073A5746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503119FF-238C-0CA9-A20D-3086C2438C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40D4EF3C-C396-C498-7F6C-D6D2ED0C8566}"/>
                </a:ext>
              </a:extLst>
            </p:cNvPr>
            <p:cNvGrpSpPr/>
            <p:nvPr userDrawn="1"/>
          </p:nvGrpSpPr>
          <p:grpSpPr>
            <a:xfrm>
              <a:off x="7446195" y="4258222"/>
              <a:ext cx="1342905" cy="1222042"/>
              <a:chOff x="7419427" y="818461"/>
              <a:chExt cx="1641220" cy="1493509"/>
            </a:xfrm>
          </p:grpSpPr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DF9D6143-B293-7726-0D40-F66C38EEA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E4C2231A-FF8F-EA88-81C0-C8169D29F7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F593E690-C279-EA73-A620-30244BA0FB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D9A083D-559A-64AA-FA29-1C941E58C35B}"/>
                </a:ext>
              </a:extLst>
            </p:cNvPr>
            <p:cNvGrpSpPr/>
            <p:nvPr userDrawn="1"/>
          </p:nvGrpSpPr>
          <p:grpSpPr>
            <a:xfrm>
              <a:off x="8828031" y="4246606"/>
              <a:ext cx="1342905" cy="1222042"/>
              <a:chOff x="7419427" y="818461"/>
              <a:chExt cx="1641220" cy="1493509"/>
            </a:xfrm>
          </p:grpSpPr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60BA367A-D718-4A22-8383-CDFCB18608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4AF7A6BD-3577-2747-011D-AA924EB8CB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E4E99910-F376-F541-DC10-9DCB11FFB0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1D211BA4-9784-82AA-6C1A-D74970255DC0}"/>
                </a:ext>
              </a:extLst>
            </p:cNvPr>
            <p:cNvGrpSpPr/>
            <p:nvPr userDrawn="1"/>
          </p:nvGrpSpPr>
          <p:grpSpPr>
            <a:xfrm>
              <a:off x="10189946" y="4256498"/>
              <a:ext cx="1342905" cy="1222042"/>
              <a:chOff x="7419427" y="818461"/>
              <a:chExt cx="1641220" cy="1493509"/>
            </a:xfrm>
          </p:grpSpPr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789FB9D5-4C5E-A91A-EC39-2C76CB505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0035" y="1181100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85D9B702-9480-2168-BBED-56F42D195D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427" y="818461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0926AE02-B799-C628-655F-AFF91FC003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0035" y="818461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51" name="육각형 50">
              <a:extLst>
                <a:ext uri="{FF2B5EF4-FFF2-40B4-BE49-F238E27FC236}">
                  <a16:creationId xmlns:a16="http://schemas.microsoft.com/office/drawing/2014/main" id="{E1C91F91-E981-2A80-A90A-9A6F24B5D964}"/>
                </a:ext>
              </a:extLst>
            </p:cNvPr>
            <p:cNvSpPr/>
            <p:nvPr userDrawn="1"/>
          </p:nvSpPr>
          <p:spPr>
            <a:xfrm rot="5400000">
              <a:off x="8025649" y="5264449"/>
              <a:ext cx="1557769" cy="1342905"/>
            </a:xfrm>
            <a:prstGeom prst="hexagon">
              <a:avLst/>
            </a:prstGeom>
            <a:gradFill flip="none" rotWithShape="1">
              <a:gsLst>
                <a:gs pos="0">
                  <a:srgbClr val="EDF1F5"/>
                </a:gs>
                <a:gs pos="100000">
                  <a:srgbClr val="C4D2DA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ko-KR" altLang="en-US">
                <a:solidFill>
                  <a:prstClr val="white"/>
                </a:solidFill>
                <a:latin typeface="맑은 고딕" panose="020F0502020204030204"/>
                <a:ea typeface="맑은 고딕" panose="020B0503020000020004" pitchFamily="34" charset="-127"/>
              </a:endParaRP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4E0C6162-E258-2F27-5D2E-76B0F2AD3F6C}"/>
                </a:ext>
              </a:extLst>
            </p:cNvPr>
            <p:cNvGrpSpPr/>
            <p:nvPr userDrawn="1"/>
          </p:nvGrpSpPr>
          <p:grpSpPr>
            <a:xfrm>
              <a:off x="8133082" y="5492744"/>
              <a:ext cx="1342905" cy="1222042"/>
              <a:chOff x="6429539" y="5223063"/>
              <a:chExt cx="1641220" cy="1493509"/>
            </a:xfrm>
          </p:grpSpPr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923E12EC-4DD0-2754-95BF-B2FEB4A67B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0147" y="5585702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49FDF485-B015-B480-0223-FD4CF2794B01}"/>
                  </a:ext>
                </a:extLst>
              </p:cNvPr>
              <p:cNvCxnSpPr>
                <a:cxnSpLocks/>
                <a:stCxn id="51" idx="2"/>
              </p:cNvCxnSpPr>
              <p:nvPr/>
            </p:nvCxnSpPr>
            <p:spPr>
              <a:xfrm>
                <a:off x="6429539" y="5223063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90712748-B1EB-6091-3DC1-E6D25F3B1BB5}"/>
                  </a:ext>
                </a:extLst>
              </p:cNvPr>
              <p:cNvCxnSpPr>
                <a:cxnSpLocks/>
                <a:endCxn id="51" idx="4"/>
              </p:cNvCxnSpPr>
              <p:nvPr/>
            </p:nvCxnSpPr>
            <p:spPr>
              <a:xfrm flipV="1">
                <a:off x="7250147" y="5223063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56" name="육각형 55">
              <a:extLst>
                <a:ext uri="{FF2B5EF4-FFF2-40B4-BE49-F238E27FC236}">
                  <a16:creationId xmlns:a16="http://schemas.microsoft.com/office/drawing/2014/main" id="{45702AB7-F429-1137-E061-B7FB40D461EA}"/>
                </a:ext>
              </a:extLst>
            </p:cNvPr>
            <p:cNvSpPr/>
            <p:nvPr userDrawn="1"/>
          </p:nvSpPr>
          <p:spPr>
            <a:xfrm rot="5400000">
              <a:off x="9397253" y="5264449"/>
              <a:ext cx="1557769" cy="1342905"/>
            </a:xfrm>
            <a:prstGeom prst="hexagon">
              <a:avLst/>
            </a:prstGeom>
            <a:gradFill flip="none" rotWithShape="1">
              <a:gsLst>
                <a:gs pos="0">
                  <a:srgbClr val="EDF1F5"/>
                </a:gs>
                <a:gs pos="100000">
                  <a:srgbClr val="C4D2DA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ko-KR" altLang="en-US">
                <a:solidFill>
                  <a:prstClr val="white"/>
                </a:solidFill>
                <a:latin typeface="맑은 고딕" panose="020F0502020204030204"/>
                <a:ea typeface="맑은 고딕" panose="020B0503020000020004" pitchFamily="34" charset="-127"/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3C65719D-6BE1-3EF6-D7C6-BDABC3C4B36B}"/>
                </a:ext>
              </a:extLst>
            </p:cNvPr>
            <p:cNvGrpSpPr/>
            <p:nvPr userDrawn="1"/>
          </p:nvGrpSpPr>
          <p:grpSpPr>
            <a:xfrm>
              <a:off x="9504685" y="5492744"/>
              <a:ext cx="1342905" cy="1222042"/>
              <a:chOff x="8105833" y="5223063"/>
              <a:chExt cx="1641220" cy="1493509"/>
            </a:xfrm>
          </p:grpSpPr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C250BBCE-B7E6-EADF-D491-86DAA7EE62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26441" y="5585702"/>
                <a:ext cx="0" cy="1130870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7A396FB8-FAA9-3450-7320-57124258AC32}"/>
                  </a:ext>
                </a:extLst>
              </p:cNvPr>
              <p:cNvCxnSpPr>
                <a:cxnSpLocks/>
                <a:stCxn id="56" idx="2"/>
              </p:cNvCxnSpPr>
              <p:nvPr/>
            </p:nvCxnSpPr>
            <p:spPr>
              <a:xfrm>
                <a:off x="8105833" y="5223063"/>
                <a:ext cx="82684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D5B3ABF9-E8A4-C233-D117-C5006ECE1120}"/>
                  </a:ext>
                </a:extLst>
              </p:cNvPr>
              <p:cNvCxnSpPr>
                <a:cxnSpLocks/>
                <a:endCxn id="56" idx="4"/>
              </p:cNvCxnSpPr>
              <p:nvPr/>
            </p:nvCxnSpPr>
            <p:spPr>
              <a:xfrm flipV="1">
                <a:off x="8926441" y="5223063"/>
                <a:ext cx="820612" cy="374545"/>
              </a:xfrm>
              <a:prstGeom prst="lin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2F26A30-BE9E-983E-B2DD-606C4D276056}"/>
                </a:ext>
              </a:extLst>
            </p:cNvPr>
            <p:cNvGrpSpPr/>
            <p:nvPr userDrawn="1"/>
          </p:nvGrpSpPr>
          <p:grpSpPr>
            <a:xfrm>
              <a:off x="6761313" y="5157018"/>
              <a:ext cx="1342905" cy="1557769"/>
              <a:chOff x="7267027" y="255755"/>
              <a:chExt cx="1641220" cy="1903815"/>
            </a:xfrm>
          </p:grpSpPr>
          <p:sp>
            <p:nvSpPr>
              <p:cNvPr id="62" name="육각형 61">
                <a:extLst>
                  <a:ext uri="{FF2B5EF4-FFF2-40B4-BE49-F238E27FC236}">
                    <a16:creationId xmlns:a16="http://schemas.microsoft.com/office/drawing/2014/main" id="{AAA29DA2-5663-7F0B-47B9-A2DF1E995DBB}"/>
                  </a:ext>
                </a:extLst>
              </p:cNvPr>
              <p:cNvSpPr/>
              <p:nvPr/>
            </p:nvSpPr>
            <p:spPr>
              <a:xfrm rot="5400000">
                <a:off x="7135729" y="387053"/>
                <a:ext cx="1903815" cy="1641220"/>
              </a:xfrm>
              <a:prstGeom prst="hexagon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44BA8A38-96D4-9154-0CC2-0B3B6F93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7635" y="1028700"/>
                <a:ext cx="0" cy="1130870"/>
              </a:xfrm>
              <a:prstGeom prst="line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A2CBC4B9-FF8C-30E5-D15E-7A7598372F45}"/>
                  </a:ext>
                </a:extLst>
              </p:cNvPr>
              <p:cNvCxnSpPr>
                <a:cxnSpLocks/>
                <a:stCxn id="62" idx="2"/>
              </p:cNvCxnSpPr>
              <p:nvPr/>
            </p:nvCxnSpPr>
            <p:spPr>
              <a:xfrm>
                <a:off x="7267027" y="666061"/>
                <a:ext cx="826842" cy="374545"/>
              </a:xfrm>
              <a:prstGeom prst="line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288262D0-B01F-7CDF-D579-B610A5D09158}"/>
                  </a:ext>
                </a:extLst>
              </p:cNvPr>
              <p:cNvCxnSpPr>
                <a:cxnSpLocks/>
                <a:endCxn id="62" idx="4"/>
              </p:cNvCxnSpPr>
              <p:nvPr/>
            </p:nvCxnSpPr>
            <p:spPr>
              <a:xfrm flipV="1">
                <a:off x="8087635" y="666061"/>
                <a:ext cx="820612" cy="374545"/>
              </a:xfrm>
              <a:prstGeom prst="line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74C9FF5E-DDEB-B3CE-D60C-7A3294016A34}"/>
                </a:ext>
              </a:extLst>
            </p:cNvPr>
            <p:cNvGrpSpPr/>
            <p:nvPr userDrawn="1"/>
          </p:nvGrpSpPr>
          <p:grpSpPr>
            <a:xfrm>
              <a:off x="10873636" y="2701907"/>
              <a:ext cx="1301925" cy="1510232"/>
              <a:chOff x="7267027" y="255755"/>
              <a:chExt cx="1641220" cy="1903815"/>
            </a:xfrm>
          </p:grpSpPr>
          <p:sp>
            <p:nvSpPr>
              <p:cNvPr id="269" name="육각형 268">
                <a:extLst>
                  <a:ext uri="{FF2B5EF4-FFF2-40B4-BE49-F238E27FC236}">
                    <a16:creationId xmlns:a16="http://schemas.microsoft.com/office/drawing/2014/main" id="{03CE5624-E0C9-A8DC-0459-BA82B4EA1901}"/>
                  </a:ext>
                </a:extLst>
              </p:cNvPr>
              <p:cNvSpPr/>
              <p:nvPr/>
            </p:nvSpPr>
            <p:spPr>
              <a:xfrm rot="5400000">
                <a:off x="7135729" y="387053"/>
                <a:ext cx="1903815" cy="1641220"/>
              </a:xfrm>
              <a:prstGeom prst="hexagon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270" name="직선 연결선 269">
                <a:extLst>
                  <a:ext uri="{FF2B5EF4-FFF2-40B4-BE49-F238E27FC236}">
                    <a16:creationId xmlns:a16="http://schemas.microsoft.com/office/drawing/2014/main" id="{891F3037-C2E5-86BA-D8A8-BE87F976D7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7635" y="1028700"/>
                <a:ext cx="0" cy="1130870"/>
              </a:xfrm>
              <a:prstGeom prst="line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1" name="직선 연결선 270">
                <a:extLst>
                  <a:ext uri="{FF2B5EF4-FFF2-40B4-BE49-F238E27FC236}">
                    <a16:creationId xmlns:a16="http://schemas.microsoft.com/office/drawing/2014/main" id="{F13877E2-66A0-0695-640D-5FFBD37EE63E}"/>
                  </a:ext>
                </a:extLst>
              </p:cNvPr>
              <p:cNvCxnSpPr>
                <a:cxnSpLocks/>
                <a:stCxn id="269" idx="2"/>
              </p:cNvCxnSpPr>
              <p:nvPr/>
            </p:nvCxnSpPr>
            <p:spPr>
              <a:xfrm>
                <a:off x="7267027" y="666061"/>
                <a:ext cx="826842" cy="374545"/>
              </a:xfrm>
              <a:prstGeom prst="line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E27C80B6-6487-5D5C-DDBC-3B474F969A05}"/>
                  </a:ext>
                </a:extLst>
              </p:cNvPr>
              <p:cNvCxnSpPr>
                <a:cxnSpLocks/>
                <a:endCxn id="269" idx="4"/>
              </p:cNvCxnSpPr>
              <p:nvPr/>
            </p:nvCxnSpPr>
            <p:spPr>
              <a:xfrm flipV="1">
                <a:off x="8087635" y="666061"/>
                <a:ext cx="820612" cy="374545"/>
              </a:xfrm>
              <a:prstGeom prst="line">
                <a:avLst/>
              </a:prstGeom>
              <a:noFill/>
              <a:ln>
                <a:solidFill>
                  <a:srgbClr val="E2E9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6895B83-D0E9-D754-CE30-8E6A1611D053}"/>
              </a:ext>
            </a:extLst>
          </p:cNvPr>
          <p:cNvGrpSpPr/>
          <p:nvPr userDrawn="1"/>
        </p:nvGrpSpPr>
        <p:grpSpPr>
          <a:xfrm>
            <a:off x="7148308" y="2478114"/>
            <a:ext cx="4041146" cy="1381071"/>
            <a:chOff x="7627052" y="2694724"/>
            <a:chExt cx="3562402" cy="1217458"/>
          </a:xfrm>
        </p:grpSpPr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380E049E-2C67-4F9D-C289-F5A5C6E559B3}"/>
                </a:ext>
              </a:extLst>
            </p:cNvPr>
            <p:cNvSpPr txBox="1"/>
            <p:nvPr userDrawn="1"/>
          </p:nvSpPr>
          <p:spPr>
            <a:xfrm>
              <a:off x="7627052" y="2694724"/>
              <a:ext cx="35624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150" b="0">
                  <a:solidFill>
                    <a:srgbClr val="0060A8"/>
                  </a:solidFill>
                  <a:latin typeface="+mn-ea"/>
                  <a:ea typeface="+mn-ea"/>
                </a:rPr>
                <a:t>End Of Document</a:t>
              </a:r>
              <a:endParaRPr lang="ko-KR" altLang="en-US" sz="3150" b="0">
                <a:solidFill>
                  <a:srgbClr val="0060A8"/>
                </a:solidFill>
                <a:latin typeface="+mn-ea"/>
                <a:ea typeface="+mn-ea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5892BB4E-602D-7911-C678-C0F71E79C6CD}"/>
                </a:ext>
              </a:extLst>
            </p:cNvPr>
            <p:cNvSpPr txBox="1"/>
            <p:nvPr/>
          </p:nvSpPr>
          <p:spPr>
            <a:xfrm>
              <a:off x="7637263" y="3142740"/>
              <a:ext cx="3534494" cy="769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400" b="1">
                  <a:solidFill>
                    <a:srgbClr val="00A19B"/>
                  </a:solidFill>
                  <a:latin typeface="+mn-ea"/>
                  <a:ea typeface="+mn-ea"/>
                </a:rPr>
                <a:t>THANK YOU</a:t>
              </a:r>
              <a:endParaRPr lang="ko-KR" altLang="en-US" sz="4400" b="1">
                <a:solidFill>
                  <a:srgbClr val="00A19B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921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3F41CCB-A511-C89E-FD41-7E94A86AAC71}"/>
              </a:ext>
            </a:extLst>
          </p:cNvPr>
          <p:cNvSpPr/>
          <p:nvPr userDrawn="1"/>
        </p:nvSpPr>
        <p:spPr>
          <a:xfrm>
            <a:off x="168111" y="157018"/>
            <a:ext cx="11866869" cy="6557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7053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C764DE79-268F-4C1A-8933-263129D2AF90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1" r:id="rId2"/>
    <p:sldLayoutId id="2147483690" r:id="rId3"/>
    <p:sldLayoutId id="2147483673" r:id="rId4"/>
    <p:sldLayoutId id="2147483694" r:id="rId5"/>
    <p:sldLayoutId id="2147483695" r:id="rId6"/>
    <p:sldLayoutId id="2147483696" r:id="rId7"/>
    <p:sldLayoutId id="2147483692" r:id="rId8"/>
    <p:sldLayoutId id="2147483672" r:id="rId9"/>
    <p:sldLayoutId id="2147483682" r:id="rId10"/>
  </p:sldLayoutIdLst>
  <p:txStyles>
    <p:titleStyle>
      <a:lvl1pPr algn="l" defTabSz="914349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228587" indent="-228587" algn="l" defTabSz="914349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685761" indent="-228587" algn="l" defTabSz="91434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2936" indent="-228587" algn="l" defTabSz="91434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111" indent="-228587" algn="l" defTabSz="91434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285" indent="-228587" algn="l" defTabSz="91434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460" indent="-228587" algn="l" defTabSz="91434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4" indent="-228587" algn="l" defTabSz="91434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8" indent="-228587" algn="l" defTabSz="91434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3" indent="-228587" algn="l" defTabSz="91434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5" algn="l" defTabSz="914349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4" algn="l" defTabSz="914349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914349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7" algn="l" defTabSz="914349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2" algn="l" defTabSz="914349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6" algn="l" defTabSz="914349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8883E63F-5642-48C4-8518-66F665465B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20" t="14305" r="2819" b="15220"/>
          <a:stretch/>
        </p:blipFill>
        <p:spPr>
          <a:xfrm>
            <a:off x="8759603" y="519768"/>
            <a:ext cx="3240000" cy="489173"/>
          </a:xfrm>
          <a:prstGeom prst="rect">
            <a:avLst/>
          </a:prstGeom>
        </p:spPr>
      </p:pic>
      <p:sp>
        <p:nvSpPr>
          <p:cNvPr id="27" name="제목 개체 틀 1">
            <a:extLst>
              <a:ext uri="{FF2B5EF4-FFF2-40B4-BE49-F238E27FC236}">
                <a16:creationId xmlns:a16="http://schemas.microsoft.com/office/drawing/2014/main" id="{CF47F7BC-E6B0-40D6-A609-0AB29859A1A4}"/>
              </a:ext>
            </a:extLst>
          </p:cNvPr>
          <p:cNvSpPr txBox="1">
            <a:spLocks/>
          </p:cNvSpPr>
          <p:nvPr/>
        </p:nvSpPr>
        <p:spPr>
          <a:xfrm>
            <a:off x="1336099" y="1856089"/>
            <a:ext cx="8090142" cy="6555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marR="0" indent="0" algn="l" defTabSz="91419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Report </a:t>
            </a:r>
            <a:r>
              <a:rPr lang="ko-KR" altLang="en-US" sz="36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사용자 메뉴얼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188038" y="2511607"/>
            <a:ext cx="3311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536575">
              <a:spcAft>
                <a:spcPts val="800"/>
              </a:spcAft>
              <a:defRPr/>
            </a:pPr>
            <a:r>
              <a:rPr lang="ko-KR" altLang="en-US" b="1" dirty="0" err="1">
                <a:solidFill>
                  <a:srgbClr val="A50034"/>
                </a:solidFill>
                <a:latin typeface="Arial Narrow"/>
                <a:ea typeface="LG스마트체 Regular"/>
              </a:rPr>
              <a:t>피플웍스</a:t>
            </a:r>
            <a:r>
              <a:rPr lang="ko-KR" altLang="en-US" b="1" dirty="0">
                <a:solidFill>
                  <a:srgbClr val="A50034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b="1" dirty="0">
                <a:solidFill>
                  <a:srgbClr val="A50034"/>
                </a:solidFill>
                <a:latin typeface="Arial Narrow"/>
                <a:ea typeface="LG스마트체 Regular"/>
              </a:rPr>
              <a:t>Arizona </a:t>
            </a:r>
            <a:r>
              <a:rPr lang="ko-KR" altLang="en-US" b="1">
                <a:solidFill>
                  <a:srgbClr val="A50034"/>
                </a:solidFill>
                <a:latin typeface="Arial Narrow"/>
                <a:ea typeface="LG스마트체 Regular"/>
              </a:rPr>
              <a:t>신공장 </a:t>
            </a:r>
            <a:r>
              <a:rPr lang="en-US" altLang="ko-KR" b="1" dirty="0">
                <a:solidFill>
                  <a:srgbClr val="A50034"/>
                </a:solidFill>
                <a:latin typeface="Arial Narrow"/>
                <a:ea typeface="LG스마트체 Regular"/>
              </a:rPr>
              <a:t>MES </a:t>
            </a:r>
            <a:r>
              <a:rPr lang="ko-KR" altLang="en-US" b="1">
                <a:solidFill>
                  <a:srgbClr val="A50034"/>
                </a:solidFill>
                <a:latin typeface="Arial Narrow"/>
                <a:ea typeface="LG스마트체 Regular"/>
              </a:rPr>
              <a:t>구축</a:t>
            </a:r>
            <a:endParaRPr lang="en-US" altLang="ko-KR" sz="1100" b="1" dirty="0">
              <a:solidFill>
                <a:srgbClr val="A50034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89B1B43-D862-5265-8C86-B839BF51C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038839"/>
              </p:ext>
            </p:extLst>
          </p:nvPr>
        </p:nvGraphicFramePr>
        <p:xfrm>
          <a:off x="442854" y="3282408"/>
          <a:ext cx="8879115" cy="33018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41582">
                  <a:extLst>
                    <a:ext uri="{9D8B030D-6E8A-4147-A177-3AD203B41FA5}">
                      <a16:colId xmlns:a16="http://schemas.microsoft.com/office/drawing/2014/main" val="2153383259"/>
                    </a:ext>
                  </a:extLst>
                </a:gridCol>
                <a:gridCol w="5637533">
                  <a:extLst>
                    <a:ext uri="{9D8B030D-6E8A-4147-A177-3AD203B41FA5}">
                      <a16:colId xmlns:a16="http://schemas.microsoft.com/office/drawing/2014/main" val="3033545533"/>
                    </a:ext>
                  </a:extLst>
                </a:gridCol>
              </a:tblGrid>
              <a:tr h="330185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문서번호 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:</a:t>
                      </a:r>
                      <a:endParaRPr lang="ko-KR" altLang="en-US" sz="1400" b="0">
                        <a:latin typeface="+mn-ea"/>
                        <a:ea typeface="+mn-ea"/>
                      </a:endParaRPr>
                    </a:p>
                  </a:txBody>
                  <a:tcPr marL="96759" marR="96759" marT="48379" marB="4837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223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PWS_MES-User_Manual_Report_V1.0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marL="96759" marR="96759" marT="48379" marB="4837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913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34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9F85332-8050-474F-9391-EF4178E45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756891"/>
              </p:ext>
            </p:extLst>
          </p:nvPr>
        </p:nvGraphicFramePr>
        <p:xfrm>
          <a:off x="317533" y="954973"/>
          <a:ext cx="11510672" cy="51972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926">
                  <a:extLst>
                    <a:ext uri="{9D8B030D-6E8A-4147-A177-3AD203B41FA5}">
                      <a16:colId xmlns:a16="http://schemas.microsoft.com/office/drawing/2014/main" val="1130929062"/>
                    </a:ext>
                  </a:extLst>
                </a:gridCol>
                <a:gridCol w="1217869">
                  <a:extLst>
                    <a:ext uri="{9D8B030D-6E8A-4147-A177-3AD203B41FA5}">
                      <a16:colId xmlns:a16="http://schemas.microsoft.com/office/drawing/2014/main" val="3762198928"/>
                    </a:ext>
                  </a:extLst>
                </a:gridCol>
                <a:gridCol w="1270632">
                  <a:extLst>
                    <a:ext uri="{9D8B030D-6E8A-4147-A177-3AD203B41FA5}">
                      <a16:colId xmlns:a16="http://schemas.microsoft.com/office/drawing/2014/main" val="3260546695"/>
                    </a:ext>
                  </a:extLst>
                </a:gridCol>
                <a:gridCol w="6076337">
                  <a:extLst>
                    <a:ext uri="{9D8B030D-6E8A-4147-A177-3AD203B41FA5}">
                      <a16:colId xmlns:a16="http://schemas.microsoft.com/office/drawing/2014/main" val="8836596"/>
                    </a:ext>
                  </a:extLst>
                </a:gridCol>
                <a:gridCol w="1174954">
                  <a:extLst>
                    <a:ext uri="{9D8B030D-6E8A-4147-A177-3AD203B41FA5}">
                      <a16:colId xmlns:a16="http://schemas.microsoft.com/office/drawing/2014/main" val="2707055400"/>
                    </a:ext>
                  </a:extLst>
                </a:gridCol>
                <a:gridCol w="1174954">
                  <a:extLst>
                    <a:ext uri="{9D8B030D-6E8A-4147-A177-3AD203B41FA5}">
                      <a16:colId xmlns:a16="http://schemas.microsoft.com/office/drawing/2014/main" val="1368845497"/>
                    </a:ext>
                  </a:extLst>
                </a:gridCol>
              </a:tblGrid>
              <a:tr h="25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5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Ver</a:t>
                      </a:r>
                      <a:endParaRPr lang="ko-KR" altLang="en-US" sz="1200" spc="-15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15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날짜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15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항목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spc="-15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spc="-15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15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검토자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427219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26.02.03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- 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제정</a:t>
                      </a: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MICUBE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677281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120906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</a:pP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343635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</a:pPr>
                      <a:endParaRPr kumimoji="1" lang="en-US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285387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  <a:defRPr/>
                      </a:pP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굴림" pitchFamily="50" charset="-127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798088"/>
                  </a:ext>
                </a:extLst>
              </a:tr>
              <a:tr h="27209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  <a:defRPr/>
                      </a:pP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굴림" pitchFamily="50" charset="-127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17963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  <a:defRPr/>
                      </a:pP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177073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  <a:defRPr/>
                      </a:pP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635822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4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r"/>
                          <a:tab pos="2700338" algn="ctr"/>
                          <a:tab pos="5400675" algn="r"/>
                        </a:tabLst>
                        <a:defRPr/>
                      </a:pPr>
                      <a:endParaRPr kumimoji="1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굴림" pitchFamily="50" charset="-127"/>
                        <a:cs typeface="+mn-cs"/>
                      </a:endParaRPr>
                    </a:p>
                  </a:txBody>
                  <a:tcPr marL="18000" marR="18000" marT="0" marB="0" anchor="ctr" horzOverflow="overflow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549881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566510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100" b="1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632127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100" b="1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783320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100" b="1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367414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100" b="1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6106700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100" b="1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377581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100" b="1" dirty="0">
                        <a:solidFill>
                          <a:schemeClr val="tx1"/>
                        </a:solidFill>
                        <a:latin typeface="+mj-lt"/>
                        <a:ea typeface="나눔고딕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2774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FAEF16B-2931-4496-AAB6-6F5C52823476}"/>
              </a:ext>
            </a:extLst>
          </p:cNvPr>
          <p:cNvSpPr txBox="1"/>
          <p:nvPr/>
        </p:nvSpPr>
        <p:spPr>
          <a:xfrm>
            <a:off x="698491" y="92087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 defTabSz="536575">
              <a:spcAft>
                <a:spcPts val="800"/>
              </a:spcAft>
              <a:defRPr sz="5400" b="1">
                <a:solidFill>
                  <a:srgbClr val="A50034"/>
                </a:solidFill>
                <a:latin typeface="Arial Narrow"/>
                <a:ea typeface="LG스마트체 Regular"/>
              </a:defRPr>
            </a:lvl1pPr>
          </a:lstStyle>
          <a:p>
            <a:pPr algn="l"/>
            <a:r>
              <a:rPr lang="ko-KR" altLang="en-US" sz="2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개정 이력</a:t>
            </a:r>
            <a:endParaRPr lang="ko-KR" altLang="en-US" sz="24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61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C26FA-5C40-0248-7CE4-53EDD446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F8A3EEA5-BCA8-60BA-AAF4-99E3F5065C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김세훈</a:t>
            </a:r>
          </a:p>
        </p:txBody>
      </p:sp>
      <p:sp>
        <p:nvSpPr>
          <p:cNvPr id="36" name="텍스트 개체 틀 35">
            <a:extLst>
              <a:ext uri="{FF2B5EF4-FFF2-40B4-BE49-F238E27FC236}">
                <a16:creationId xmlns:a16="http://schemas.microsoft.com/office/drawing/2014/main" id="{8C617F29-C4F7-0093-C297-4C8F484FC1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2026-02-03</a:t>
            </a:r>
            <a:endParaRPr lang="ko-KR" altLang="en-US" dirty="0"/>
          </a:p>
        </p:txBody>
      </p:sp>
      <p:sp>
        <p:nvSpPr>
          <p:cNvPr id="38" name="텍스트 개체 틀 37">
            <a:extLst>
              <a:ext uri="{FF2B5EF4-FFF2-40B4-BE49-F238E27FC236}">
                <a16:creationId xmlns:a16="http://schemas.microsoft.com/office/drawing/2014/main" id="{E6DB8AC5-33AE-C4F1-F480-4BE0B9BCDF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기준정보 </a:t>
            </a:r>
            <a:r>
              <a:rPr lang="en-US" altLang="ko-KR" dirty="0"/>
              <a:t>&gt; </a:t>
            </a:r>
            <a:r>
              <a:rPr lang="ko-KR" altLang="en-US" dirty="0"/>
              <a:t>공정</a:t>
            </a:r>
          </a:p>
        </p:txBody>
      </p:sp>
      <p:sp>
        <p:nvSpPr>
          <p:cNvPr id="40" name="텍스트 개체 틀 39">
            <a:extLst>
              <a:ext uri="{FF2B5EF4-FFF2-40B4-BE49-F238E27FC236}">
                <a16:creationId xmlns:a16="http://schemas.microsoft.com/office/drawing/2014/main" id="{8A71A01F-97F6-E491-11E9-B302D330D3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라인 관리</a:t>
            </a:r>
          </a:p>
        </p:txBody>
      </p:sp>
      <p:sp>
        <p:nvSpPr>
          <p:cNvPr id="42" name="텍스트 개체 틀 41">
            <a:extLst>
              <a:ext uri="{FF2B5EF4-FFF2-40B4-BE49-F238E27FC236}">
                <a16:creationId xmlns:a16="http://schemas.microsoft.com/office/drawing/2014/main" id="{3702997A-E7B5-F692-351A-834346AD09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라인을 등록 하고 </a:t>
            </a:r>
            <a:r>
              <a:rPr lang="en-US" altLang="ko-KR" dirty="0"/>
              <a:t>Loss </a:t>
            </a:r>
            <a:r>
              <a:rPr lang="ko-KR" altLang="en-US" dirty="0"/>
              <a:t>집계 설비</a:t>
            </a:r>
            <a:r>
              <a:rPr lang="en-US" altLang="ko-KR" dirty="0"/>
              <a:t>, </a:t>
            </a:r>
            <a:r>
              <a:rPr lang="ko-KR" altLang="en-US" dirty="0"/>
              <a:t>투입수량 대비 </a:t>
            </a:r>
            <a:r>
              <a:rPr lang="ko-KR" altLang="en-US" dirty="0" err="1"/>
              <a:t>택타임을</a:t>
            </a:r>
            <a:r>
              <a:rPr lang="ko-KR" altLang="en-US" dirty="0"/>
              <a:t> 설정</a:t>
            </a:r>
          </a:p>
        </p:txBody>
      </p:sp>
      <p:sp>
        <p:nvSpPr>
          <p:cNvPr id="44" name="텍스트 개체 틀 43">
            <a:extLst>
              <a:ext uri="{FF2B5EF4-FFF2-40B4-BE49-F238E27FC236}">
                <a16:creationId xmlns:a16="http://schemas.microsoft.com/office/drawing/2014/main" id="{5634E691-22A2-1835-CF67-E55096D85D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라인 정보를 조회 및 </a:t>
            </a:r>
            <a:r>
              <a:rPr lang="en-US" altLang="ko-KR" dirty="0"/>
              <a:t>Loss </a:t>
            </a:r>
            <a:r>
              <a:rPr lang="ko-KR" altLang="en-US" dirty="0"/>
              <a:t>수집 관련 정보</a:t>
            </a:r>
            <a:r>
              <a:rPr lang="en-US" altLang="ko-KR" dirty="0"/>
              <a:t> (</a:t>
            </a:r>
            <a:r>
              <a:rPr lang="ko-KR" altLang="en-US" dirty="0"/>
              <a:t>집계 설비 </a:t>
            </a:r>
            <a:r>
              <a:rPr lang="en-US" altLang="ko-KR" dirty="0"/>
              <a:t>ID, </a:t>
            </a:r>
            <a:r>
              <a:rPr lang="ko-KR" altLang="en-US" dirty="0" err="1"/>
              <a:t>택타임</a:t>
            </a:r>
            <a:r>
              <a:rPr lang="en-US" altLang="ko-KR" dirty="0"/>
              <a:t>, </a:t>
            </a:r>
            <a:r>
              <a:rPr lang="ko-KR" altLang="en-US" dirty="0"/>
              <a:t>투입자재수</a:t>
            </a:r>
            <a:r>
              <a:rPr lang="en-US" altLang="ko-KR" dirty="0"/>
              <a:t>) </a:t>
            </a:r>
            <a:r>
              <a:rPr lang="ko-KR" altLang="en-US" dirty="0"/>
              <a:t>를 등록</a:t>
            </a:r>
            <a:r>
              <a:rPr lang="en-US" altLang="ko-KR" dirty="0"/>
              <a:t>,</a:t>
            </a:r>
            <a:r>
              <a:rPr lang="ko-KR" altLang="en-US" dirty="0"/>
              <a:t> 수정 합니다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b="0" dirty="0">
                <a:solidFill>
                  <a:schemeClr val="tx1"/>
                </a:solidFill>
              </a:rPr>
              <a:t>조회버튼을 클릭하여 데이터를 확인합니다</a:t>
            </a:r>
            <a:r>
              <a:rPr lang="en-US" altLang="ko-KR" b="0" dirty="0">
                <a:solidFill>
                  <a:schemeClr val="tx1"/>
                </a:solidFill>
              </a:rPr>
              <a:t>. (</a:t>
            </a:r>
            <a:r>
              <a:rPr lang="ko-KR" altLang="en-US" b="0" dirty="0">
                <a:solidFill>
                  <a:schemeClr val="tx1"/>
                </a:solidFill>
              </a:rPr>
              <a:t>공장은 로그인 시 선택한 공장 고정입니다</a:t>
            </a:r>
            <a:r>
              <a:rPr lang="en-US" altLang="ko-KR" b="0" dirty="0">
                <a:solidFill>
                  <a:schemeClr val="tx1"/>
                </a:solidFill>
              </a:rPr>
              <a:t>.)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ko-KR" altLang="en-US" b="0" dirty="0">
                <a:solidFill>
                  <a:schemeClr val="tx1"/>
                </a:solidFill>
              </a:rPr>
              <a:t>라인</a:t>
            </a:r>
            <a:r>
              <a:rPr lang="en-US" altLang="ko-KR" b="0" dirty="0">
                <a:solidFill>
                  <a:schemeClr val="tx1"/>
                </a:solidFill>
              </a:rPr>
              <a:t>, </a:t>
            </a:r>
            <a:r>
              <a:rPr lang="ko-KR" altLang="en-US" b="0" dirty="0">
                <a:solidFill>
                  <a:schemeClr val="tx1"/>
                </a:solidFill>
              </a:rPr>
              <a:t>집계설비</a:t>
            </a:r>
            <a:r>
              <a:rPr lang="en-US" altLang="ko-KR" b="0" dirty="0">
                <a:solidFill>
                  <a:schemeClr val="tx1"/>
                </a:solidFill>
              </a:rPr>
              <a:t>, </a:t>
            </a:r>
            <a:r>
              <a:rPr lang="ko-KR" altLang="en-US" b="0" dirty="0" err="1">
                <a:solidFill>
                  <a:schemeClr val="tx1"/>
                </a:solidFill>
              </a:rPr>
              <a:t>택타임</a:t>
            </a:r>
            <a:r>
              <a:rPr lang="en-US" altLang="ko-KR" b="0" dirty="0">
                <a:solidFill>
                  <a:schemeClr val="tx1"/>
                </a:solidFill>
              </a:rPr>
              <a:t>, </a:t>
            </a:r>
            <a:r>
              <a:rPr lang="ko-KR" altLang="en-US" b="0" dirty="0">
                <a:solidFill>
                  <a:schemeClr val="tx1"/>
                </a:solidFill>
              </a:rPr>
              <a:t>투입자재수 등을 조회할 수 있습니다</a:t>
            </a:r>
            <a:r>
              <a:rPr lang="en-US" altLang="ko-KR" b="0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ko-KR" altLang="en-US" b="0" dirty="0">
                <a:solidFill>
                  <a:schemeClr val="tx1"/>
                </a:solidFill>
              </a:rPr>
              <a:t>집계설비</a:t>
            </a:r>
            <a:r>
              <a:rPr lang="en-US" altLang="ko-KR" b="0" dirty="0">
                <a:solidFill>
                  <a:schemeClr val="tx1"/>
                </a:solidFill>
              </a:rPr>
              <a:t>, </a:t>
            </a:r>
            <a:r>
              <a:rPr lang="ko-KR" altLang="en-US" b="0" dirty="0" err="1">
                <a:solidFill>
                  <a:schemeClr val="tx1"/>
                </a:solidFill>
              </a:rPr>
              <a:t>택타임</a:t>
            </a:r>
            <a:r>
              <a:rPr lang="en-US" altLang="ko-KR" b="0" dirty="0">
                <a:solidFill>
                  <a:schemeClr val="tx1"/>
                </a:solidFill>
              </a:rPr>
              <a:t>, </a:t>
            </a:r>
            <a:r>
              <a:rPr lang="ko-KR" altLang="en-US" b="0" dirty="0">
                <a:solidFill>
                  <a:schemeClr val="tx1"/>
                </a:solidFill>
              </a:rPr>
              <a:t>투입자재수 등을 수정 삭제 할 수 있습니다</a:t>
            </a:r>
            <a:r>
              <a:rPr lang="en-US" altLang="ko-KR" b="0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AutoNum type="arabicPeriod"/>
            </a:pPr>
            <a:endParaRPr lang="en-US" altLang="ko-KR" b="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b="0" dirty="0">
              <a:solidFill>
                <a:schemeClr val="tx1"/>
              </a:solidFill>
            </a:endParaRPr>
          </a:p>
        </p:txBody>
      </p:sp>
      <p:sp>
        <p:nvSpPr>
          <p:cNvPr id="46" name="텍스트 개체 틀 45">
            <a:extLst>
              <a:ext uri="{FF2B5EF4-FFF2-40B4-BE49-F238E27FC236}">
                <a16:creationId xmlns:a16="http://schemas.microsoft.com/office/drawing/2014/main" id="{F9BC706E-3B34-147D-4FBA-DAC21AC1B7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조회 조건 확인 버튼</a:t>
            </a:r>
          </a:p>
        </p:txBody>
      </p:sp>
      <p:sp>
        <p:nvSpPr>
          <p:cNvPr id="48" name="텍스트 개체 틀 47">
            <a:extLst>
              <a:ext uri="{FF2B5EF4-FFF2-40B4-BE49-F238E27FC236}">
                <a16:creationId xmlns:a16="http://schemas.microsoft.com/office/drawing/2014/main" id="{002904BD-2C31-8715-BDA2-FB74CA2363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78962" y="5407414"/>
            <a:ext cx="346429" cy="212964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50" name="그림 49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DC751B-509B-D1CE-6CD9-73E0329E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8"/>
          <a:stretch>
            <a:fillRect/>
          </a:stretch>
        </p:blipFill>
        <p:spPr>
          <a:xfrm>
            <a:off x="543894" y="832012"/>
            <a:ext cx="11114705" cy="4418535"/>
          </a:xfrm>
          <a:prstGeom prst="rect">
            <a:avLst/>
          </a:prstGeom>
        </p:spPr>
      </p:pic>
      <p:pic>
        <p:nvPicPr>
          <p:cNvPr id="52" name="그림 51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AE0EE3-21C1-4783-0368-62744B472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422" y="2665153"/>
            <a:ext cx="3575091" cy="2376781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53" name="타원 52">
            <a:extLst>
              <a:ext uri="{FF2B5EF4-FFF2-40B4-BE49-F238E27FC236}">
                <a16:creationId xmlns:a16="http://schemas.microsoft.com/office/drawing/2014/main" id="{C9A3EE91-D5C0-B711-A088-4415BC64A86B}"/>
              </a:ext>
            </a:extLst>
          </p:cNvPr>
          <p:cNvSpPr/>
          <p:nvPr/>
        </p:nvSpPr>
        <p:spPr>
          <a:xfrm>
            <a:off x="905924" y="1122757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1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B111F63-024E-7A94-EE79-1CDAC5E3A43F}"/>
              </a:ext>
            </a:extLst>
          </p:cNvPr>
          <p:cNvSpPr/>
          <p:nvPr/>
        </p:nvSpPr>
        <p:spPr>
          <a:xfrm>
            <a:off x="584890" y="1338757"/>
            <a:ext cx="310194" cy="215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6622ACB-6D92-A279-ABD4-CA6AF9286D35}"/>
              </a:ext>
            </a:extLst>
          </p:cNvPr>
          <p:cNvSpPr/>
          <p:nvPr/>
        </p:nvSpPr>
        <p:spPr>
          <a:xfrm>
            <a:off x="10382034" y="1348426"/>
            <a:ext cx="500960" cy="215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9B68691-3471-E4B3-44DD-FEF58101D395}"/>
              </a:ext>
            </a:extLst>
          </p:cNvPr>
          <p:cNvSpPr/>
          <p:nvPr/>
        </p:nvSpPr>
        <p:spPr>
          <a:xfrm>
            <a:off x="8603231" y="2318004"/>
            <a:ext cx="159770" cy="2115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77E7BE1-F42E-1608-83F9-3C6AF2F57D0F}"/>
              </a:ext>
            </a:extLst>
          </p:cNvPr>
          <p:cNvSpPr/>
          <p:nvPr/>
        </p:nvSpPr>
        <p:spPr>
          <a:xfrm>
            <a:off x="10271417" y="1780546"/>
            <a:ext cx="407467" cy="1915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571294B-DC11-909A-C638-5E862EBD4242}"/>
              </a:ext>
            </a:extLst>
          </p:cNvPr>
          <p:cNvSpPr/>
          <p:nvPr/>
        </p:nvSpPr>
        <p:spPr>
          <a:xfrm>
            <a:off x="10724161" y="1780546"/>
            <a:ext cx="407467" cy="1915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BB97BE6-1933-8506-AB85-9997D1BE6E6F}"/>
              </a:ext>
            </a:extLst>
          </p:cNvPr>
          <p:cNvSpPr/>
          <p:nvPr/>
        </p:nvSpPr>
        <p:spPr>
          <a:xfrm>
            <a:off x="11176905" y="1780546"/>
            <a:ext cx="407467" cy="1915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7CE9C18D-6CCE-C7BB-8BFE-A4041F318D79}"/>
              </a:ext>
            </a:extLst>
          </p:cNvPr>
          <p:cNvSpPr/>
          <p:nvPr/>
        </p:nvSpPr>
        <p:spPr>
          <a:xfrm>
            <a:off x="10079163" y="160745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3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CC9695E-570F-CE06-115A-6F72A0DF7A49}"/>
              </a:ext>
            </a:extLst>
          </p:cNvPr>
          <p:cNvSpPr/>
          <p:nvPr/>
        </p:nvSpPr>
        <p:spPr>
          <a:xfrm>
            <a:off x="10666994" y="1606745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4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FEB545EA-2210-B973-5284-FD0819FBA91D}"/>
              </a:ext>
            </a:extLst>
          </p:cNvPr>
          <p:cNvSpPr/>
          <p:nvPr/>
        </p:nvSpPr>
        <p:spPr>
          <a:xfrm>
            <a:off x="11146825" y="1606745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5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B53125C9-1D03-6D91-C558-3139450ABBCF}"/>
              </a:ext>
            </a:extLst>
          </p:cNvPr>
          <p:cNvSpPr/>
          <p:nvPr/>
        </p:nvSpPr>
        <p:spPr>
          <a:xfrm>
            <a:off x="8467619" y="216538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6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E9845F3A-9CF0-7907-B80A-7C31D741A425}"/>
              </a:ext>
            </a:extLst>
          </p:cNvPr>
          <p:cNvSpPr/>
          <p:nvPr/>
        </p:nvSpPr>
        <p:spPr>
          <a:xfrm>
            <a:off x="10275974" y="117539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2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4" name="텍스트 개체 틀 47">
            <a:extLst>
              <a:ext uri="{FF2B5EF4-FFF2-40B4-BE49-F238E27FC236}">
                <a16:creationId xmlns:a16="http://schemas.microsoft.com/office/drawing/2014/main" id="{6CCA953B-3D35-4B92-ADD1-2BB9EEDD8A04}"/>
              </a:ext>
            </a:extLst>
          </p:cNvPr>
          <p:cNvSpPr txBox="1">
            <a:spLocks/>
          </p:cNvSpPr>
          <p:nvPr/>
        </p:nvSpPr>
        <p:spPr>
          <a:xfrm>
            <a:off x="6578962" y="5628408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5" name="텍스트 개체 틀 47">
            <a:extLst>
              <a:ext uri="{FF2B5EF4-FFF2-40B4-BE49-F238E27FC236}">
                <a16:creationId xmlns:a16="http://schemas.microsoft.com/office/drawing/2014/main" id="{68D6124F-DD81-8AF2-291A-DCCB57EC8FBD}"/>
              </a:ext>
            </a:extLst>
          </p:cNvPr>
          <p:cNvSpPr txBox="1">
            <a:spLocks/>
          </p:cNvSpPr>
          <p:nvPr/>
        </p:nvSpPr>
        <p:spPr>
          <a:xfrm>
            <a:off x="6578962" y="5849401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6" name="텍스트 개체 틀 47">
            <a:extLst>
              <a:ext uri="{FF2B5EF4-FFF2-40B4-BE49-F238E27FC236}">
                <a16:creationId xmlns:a16="http://schemas.microsoft.com/office/drawing/2014/main" id="{0C30158C-428D-9317-746E-ADFC3272CFAC}"/>
              </a:ext>
            </a:extLst>
          </p:cNvPr>
          <p:cNvSpPr txBox="1">
            <a:spLocks/>
          </p:cNvSpPr>
          <p:nvPr/>
        </p:nvSpPr>
        <p:spPr>
          <a:xfrm>
            <a:off x="6578962" y="6070394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7" name="텍스트 개체 틀 47">
            <a:extLst>
              <a:ext uri="{FF2B5EF4-FFF2-40B4-BE49-F238E27FC236}">
                <a16:creationId xmlns:a16="http://schemas.microsoft.com/office/drawing/2014/main" id="{19D411D2-0468-986C-F9F0-BCBB133DA620}"/>
              </a:ext>
            </a:extLst>
          </p:cNvPr>
          <p:cNvSpPr txBox="1">
            <a:spLocks/>
          </p:cNvSpPr>
          <p:nvPr/>
        </p:nvSpPr>
        <p:spPr>
          <a:xfrm>
            <a:off x="6578962" y="6291388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8" name="텍스트 개체 틀 45">
            <a:extLst>
              <a:ext uri="{FF2B5EF4-FFF2-40B4-BE49-F238E27FC236}">
                <a16:creationId xmlns:a16="http://schemas.microsoft.com/office/drawing/2014/main" id="{476D72BC-A3AE-2E1E-49E0-EBA6A69A804F}"/>
              </a:ext>
            </a:extLst>
          </p:cNvPr>
          <p:cNvSpPr txBox="1">
            <a:spLocks/>
          </p:cNvSpPr>
          <p:nvPr/>
        </p:nvSpPr>
        <p:spPr>
          <a:xfrm>
            <a:off x="6949709" y="5655985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조회 버튼</a:t>
            </a:r>
            <a:r>
              <a:rPr lang="en-US" altLang="ko-KR" dirty="0"/>
              <a:t>( </a:t>
            </a:r>
            <a:r>
              <a:rPr lang="ko-KR" altLang="en-US" dirty="0"/>
              <a:t>라인리스트를 조회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9" name="텍스트 개체 틀 47">
            <a:extLst>
              <a:ext uri="{FF2B5EF4-FFF2-40B4-BE49-F238E27FC236}">
                <a16:creationId xmlns:a16="http://schemas.microsoft.com/office/drawing/2014/main" id="{6E35116F-59FE-8E68-14E0-7479609DD1BF}"/>
              </a:ext>
            </a:extLst>
          </p:cNvPr>
          <p:cNvSpPr txBox="1">
            <a:spLocks/>
          </p:cNvSpPr>
          <p:nvPr/>
        </p:nvSpPr>
        <p:spPr>
          <a:xfrm>
            <a:off x="9206027" y="5407414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0" name="텍스트 개체 틀 47">
            <a:extLst>
              <a:ext uri="{FF2B5EF4-FFF2-40B4-BE49-F238E27FC236}">
                <a16:creationId xmlns:a16="http://schemas.microsoft.com/office/drawing/2014/main" id="{3A83507C-AC71-2EBB-121F-C39FC23D90B5}"/>
              </a:ext>
            </a:extLst>
          </p:cNvPr>
          <p:cNvSpPr txBox="1">
            <a:spLocks/>
          </p:cNvSpPr>
          <p:nvPr/>
        </p:nvSpPr>
        <p:spPr>
          <a:xfrm>
            <a:off x="9206027" y="5628408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1" name="텍스트 개체 틀 47">
            <a:extLst>
              <a:ext uri="{FF2B5EF4-FFF2-40B4-BE49-F238E27FC236}">
                <a16:creationId xmlns:a16="http://schemas.microsoft.com/office/drawing/2014/main" id="{4912FE2A-B887-9C78-0071-F4DB0398721A}"/>
              </a:ext>
            </a:extLst>
          </p:cNvPr>
          <p:cNvSpPr txBox="1">
            <a:spLocks/>
          </p:cNvSpPr>
          <p:nvPr/>
        </p:nvSpPr>
        <p:spPr>
          <a:xfrm>
            <a:off x="9206027" y="5849401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2" name="텍스트 개체 틀 47">
            <a:extLst>
              <a:ext uri="{FF2B5EF4-FFF2-40B4-BE49-F238E27FC236}">
                <a16:creationId xmlns:a16="http://schemas.microsoft.com/office/drawing/2014/main" id="{88D673D1-4DC2-AA62-F634-651686FCABE8}"/>
              </a:ext>
            </a:extLst>
          </p:cNvPr>
          <p:cNvSpPr txBox="1">
            <a:spLocks/>
          </p:cNvSpPr>
          <p:nvPr/>
        </p:nvSpPr>
        <p:spPr>
          <a:xfrm>
            <a:off x="9206027" y="6070394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3" name="텍스트 개체 틀 47">
            <a:extLst>
              <a:ext uri="{FF2B5EF4-FFF2-40B4-BE49-F238E27FC236}">
                <a16:creationId xmlns:a16="http://schemas.microsoft.com/office/drawing/2014/main" id="{62C571EF-D9DD-2386-0BF7-878A4A2A925D}"/>
              </a:ext>
            </a:extLst>
          </p:cNvPr>
          <p:cNvSpPr txBox="1">
            <a:spLocks/>
          </p:cNvSpPr>
          <p:nvPr/>
        </p:nvSpPr>
        <p:spPr>
          <a:xfrm>
            <a:off x="9206027" y="6291388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4" name="텍스트 개체 틀 45">
            <a:extLst>
              <a:ext uri="{FF2B5EF4-FFF2-40B4-BE49-F238E27FC236}">
                <a16:creationId xmlns:a16="http://schemas.microsoft.com/office/drawing/2014/main" id="{6630E875-7B46-21B0-6B5A-91150FFA701B}"/>
              </a:ext>
            </a:extLst>
          </p:cNvPr>
          <p:cNvSpPr txBox="1">
            <a:spLocks/>
          </p:cNvSpPr>
          <p:nvPr/>
        </p:nvSpPr>
        <p:spPr>
          <a:xfrm>
            <a:off x="6949709" y="5878711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추가 버튼 </a:t>
            </a:r>
            <a:r>
              <a:rPr lang="en-US" altLang="ko-KR" dirty="0"/>
              <a:t>(</a:t>
            </a:r>
            <a:r>
              <a:rPr lang="ko-KR" altLang="en-US" dirty="0"/>
              <a:t>라인 리스트를 </a:t>
            </a:r>
            <a:r>
              <a:rPr lang="ko-KR" altLang="en-US" dirty="0" err="1"/>
              <a:t>한줄</a:t>
            </a:r>
            <a:r>
              <a:rPr lang="ko-KR" altLang="en-US" dirty="0"/>
              <a:t> 추가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5" name="텍스트 개체 틀 45">
            <a:extLst>
              <a:ext uri="{FF2B5EF4-FFF2-40B4-BE49-F238E27FC236}">
                <a16:creationId xmlns:a16="http://schemas.microsoft.com/office/drawing/2014/main" id="{04AA8140-C8A0-1883-0AB7-E81C3AA62C53}"/>
              </a:ext>
            </a:extLst>
          </p:cNvPr>
          <p:cNvSpPr txBox="1">
            <a:spLocks/>
          </p:cNvSpPr>
          <p:nvPr/>
        </p:nvSpPr>
        <p:spPr>
          <a:xfrm>
            <a:off x="6949709" y="6101437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삭제 버튼 </a:t>
            </a:r>
            <a:r>
              <a:rPr lang="en-US" altLang="ko-KR" dirty="0"/>
              <a:t>(</a:t>
            </a:r>
            <a:r>
              <a:rPr lang="ko-KR" altLang="en-US" dirty="0"/>
              <a:t>선택한 라인 리스트의 정보를 삭제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86" name="텍스트 개체 틀 45">
            <a:extLst>
              <a:ext uri="{FF2B5EF4-FFF2-40B4-BE49-F238E27FC236}">
                <a16:creationId xmlns:a16="http://schemas.microsoft.com/office/drawing/2014/main" id="{D5A325C0-95B6-0492-EBCF-1D554873AD1B}"/>
              </a:ext>
            </a:extLst>
          </p:cNvPr>
          <p:cNvSpPr txBox="1">
            <a:spLocks/>
          </p:cNvSpPr>
          <p:nvPr/>
        </p:nvSpPr>
        <p:spPr>
          <a:xfrm>
            <a:off x="6949709" y="6324164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저장버튼</a:t>
            </a:r>
            <a:r>
              <a:rPr lang="en-US" altLang="ko-KR" dirty="0"/>
              <a:t>( </a:t>
            </a:r>
            <a:r>
              <a:rPr lang="ko-KR" altLang="en-US" dirty="0"/>
              <a:t>수정한 정보를 저장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7" name="텍스트 개체 틀 45">
            <a:extLst>
              <a:ext uri="{FF2B5EF4-FFF2-40B4-BE49-F238E27FC236}">
                <a16:creationId xmlns:a16="http://schemas.microsoft.com/office/drawing/2014/main" id="{5003F8E2-46C8-27E7-55A9-63D34E067E59}"/>
              </a:ext>
            </a:extLst>
          </p:cNvPr>
          <p:cNvSpPr txBox="1">
            <a:spLocks/>
          </p:cNvSpPr>
          <p:nvPr/>
        </p:nvSpPr>
        <p:spPr>
          <a:xfrm>
            <a:off x="9608161" y="5433259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집계설비 조회 버튼</a:t>
            </a:r>
            <a:r>
              <a:rPr lang="en-US" altLang="ko-KR" dirty="0"/>
              <a:t>(</a:t>
            </a:r>
            <a:r>
              <a:rPr lang="ko-KR" altLang="en-US" dirty="0"/>
              <a:t>설비조회 팝업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8" name="텍스트 개체 틀 45">
            <a:extLst>
              <a:ext uri="{FF2B5EF4-FFF2-40B4-BE49-F238E27FC236}">
                <a16:creationId xmlns:a16="http://schemas.microsoft.com/office/drawing/2014/main" id="{FA1CBDB5-FF51-CBDD-ADF4-657EBB7CCF15}"/>
              </a:ext>
            </a:extLst>
          </p:cNvPr>
          <p:cNvSpPr txBox="1">
            <a:spLocks/>
          </p:cNvSpPr>
          <p:nvPr/>
        </p:nvSpPr>
        <p:spPr>
          <a:xfrm>
            <a:off x="9608161" y="5655985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조회버튼</a:t>
            </a:r>
            <a:r>
              <a:rPr lang="en-US" altLang="ko-KR" dirty="0"/>
              <a:t>(</a:t>
            </a:r>
            <a:r>
              <a:rPr lang="ko-KR" altLang="en-US" dirty="0"/>
              <a:t>등록가능한 설비 리스트를 조회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9" name="텍스트 개체 틀 45">
            <a:extLst>
              <a:ext uri="{FF2B5EF4-FFF2-40B4-BE49-F238E27FC236}">
                <a16:creationId xmlns:a16="http://schemas.microsoft.com/office/drawing/2014/main" id="{EDAF85B8-3412-5650-F1F8-1D126E967D59}"/>
              </a:ext>
            </a:extLst>
          </p:cNvPr>
          <p:cNvSpPr txBox="1">
            <a:spLocks/>
          </p:cNvSpPr>
          <p:nvPr/>
        </p:nvSpPr>
        <p:spPr>
          <a:xfrm>
            <a:off x="9608161" y="5878711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확인버튼</a:t>
            </a:r>
            <a:r>
              <a:rPr lang="en-US" altLang="ko-KR" dirty="0"/>
              <a:t>(</a:t>
            </a:r>
            <a:r>
              <a:rPr lang="ko-KR" altLang="en-US" dirty="0"/>
              <a:t>선택한 설비를 집계설비 </a:t>
            </a:r>
            <a:r>
              <a:rPr lang="en-US" altLang="ko-KR" dirty="0"/>
              <a:t>ID</a:t>
            </a:r>
            <a:r>
              <a:rPr lang="ko-KR" altLang="en-US" dirty="0"/>
              <a:t>로 수정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0" name="텍스트 개체 틀 45">
            <a:extLst>
              <a:ext uri="{FF2B5EF4-FFF2-40B4-BE49-F238E27FC236}">
                <a16:creationId xmlns:a16="http://schemas.microsoft.com/office/drawing/2014/main" id="{1AC64A73-7FEE-88B7-C5DF-776ADCFEF22A}"/>
              </a:ext>
            </a:extLst>
          </p:cNvPr>
          <p:cNvSpPr txBox="1">
            <a:spLocks/>
          </p:cNvSpPr>
          <p:nvPr/>
        </p:nvSpPr>
        <p:spPr>
          <a:xfrm>
            <a:off x="9608161" y="6101437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취소 버튼</a:t>
            </a:r>
            <a:r>
              <a:rPr lang="en-US" altLang="ko-KR" dirty="0"/>
              <a:t>(</a:t>
            </a:r>
            <a:r>
              <a:rPr lang="ko-KR" altLang="en-US" dirty="0"/>
              <a:t>팝업을 닫음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1" name="텍스트 개체 틀 45">
            <a:extLst>
              <a:ext uri="{FF2B5EF4-FFF2-40B4-BE49-F238E27FC236}">
                <a16:creationId xmlns:a16="http://schemas.microsoft.com/office/drawing/2014/main" id="{32661DBB-B675-43F5-E58A-DD495B4B69AF}"/>
              </a:ext>
            </a:extLst>
          </p:cNvPr>
          <p:cNvSpPr txBox="1">
            <a:spLocks/>
          </p:cNvSpPr>
          <p:nvPr/>
        </p:nvSpPr>
        <p:spPr>
          <a:xfrm>
            <a:off x="9608161" y="6324164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3E06FE49-C68E-FD92-3B4E-2409602A0C00}"/>
              </a:ext>
            </a:extLst>
          </p:cNvPr>
          <p:cNvSpPr/>
          <p:nvPr/>
        </p:nvSpPr>
        <p:spPr>
          <a:xfrm>
            <a:off x="7253777" y="3151704"/>
            <a:ext cx="1157735" cy="2115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4A91162-F7E4-544D-759D-66FA4218BBFB}"/>
              </a:ext>
            </a:extLst>
          </p:cNvPr>
          <p:cNvSpPr/>
          <p:nvPr/>
        </p:nvSpPr>
        <p:spPr>
          <a:xfrm>
            <a:off x="7253777" y="4822571"/>
            <a:ext cx="483989" cy="2115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A8D42A0-8F72-11F1-23DF-BD738EEAF020}"/>
              </a:ext>
            </a:extLst>
          </p:cNvPr>
          <p:cNvSpPr/>
          <p:nvPr/>
        </p:nvSpPr>
        <p:spPr>
          <a:xfrm>
            <a:off x="7845766" y="4822571"/>
            <a:ext cx="483989" cy="2115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0DCEBFD7-A841-D721-1462-A1C808DD7C91}"/>
              </a:ext>
            </a:extLst>
          </p:cNvPr>
          <p:cNvSpPr/>
          <p:nvPr/>
        </p:nvSpPr>
        <p:spPr>
          <a:xfrm>
            <a:off x="7064019" y="4741140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8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FED84A79-433C-05C8-A22D-5084B8F24318}"/>
              </a:ext>
            </a:extLst>
          </p:cNvPr>
          <p:cNvSpPr/>
          <p:nvPr/>
        </p:nvSpPr>
        <p:spPr>
          <a:xfrm>
            <a:off x="7737766" y="4741140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9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A14B6A85-13DF-6B96-A5E2-564104A0CA8B}"/>
              </a:ext>
            </a:extLst>
          </p:cNvPr>
          <p:cNvSpPr/>
          <p:nvPr/>
        </p:nvSpPr>
        <p:spPr>
          <a:xfrm>
            <a:off x="7172019" y="302263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7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722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C6665-E423-B5F4-80DF-1A16E692F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1B266DDC-562B-8E1F-50C4-ACC2D797BA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김세훈</a:t>
            </a:r>
          </a:p>
        </p:txBody>
      </p:sp>
      <p:sp>
        <p:nvSpPr>
          <p:cNvPr id="36" name="텍스트 개체 틀 35">
            <a:extLst>
              <a:ext uri="{FF2B5EF4-FFF2-40B4-BE49-F238E27FC236}">
                <a16:creationId xmlns:a16="http://schemas.microsoft.com/office/drawing/2014/main" id="{FC0FBDAA-0D92-F958-2E45-450294ACB7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2026-02-03</a:t>
            </a:r>
            <a:endParaRPr lang="ko-KR" altLang="en-US" dirty="0"/>
          </a:p>
        </p:txBody>
      </p:sp>
      <p:sp>
        <p:nvSpPr>
          <p:cNvPr id="38" name="텍스트 개체 틀 37">
            <a:extLst>
              <a:ext uri="{FF2B5EF4-FFF2-40B4-BE49-F238E27FC236}">
                <a16:creationId xmlns:a16="http://schemas.microsoft.com/office/drawing/2014/main" id="{70172DDA-35FD-D42A-E971-44138433E7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시스템관리 </a:t>
            </a:r>
            <a:r>
              <a:rPr lang="en-US" altLang="ko-KR" dirty="0"/>
              <a:t>&gt;</a:t>
            </a:r>
            <a:r>
              <a:rPr lang="ko-KR" altLang="en-US" dirty="0"/>
              <a:t> 일반</a:t>
            </a:r>
          </a:p>
        </p:txBody>
      </p:sp>
      <p:sp>
        <p:nvSpPr>
          <p:cNvPr id="40" name="텍스트 개체 틀 39">
            <a:extLst>
              <a:ext uri="{FF2B5EF4-FFF2-40B4-BE49-F238E27FC236}">
                <a16:creationId xmlns:a16="http://schemas.microsoft.com/office/drawing/2014/main" id="{C6B25D29-EF8A-00E9-5C78-D6131FD348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배치작업 관리</a:t>
            </a:r>
          </a:p>
        </p:txBody>
      </p:sp>
      <p:sp>
        <p:nvSpPr>
          <p:cNvPr id="42" name="텍스트 개체 틀 41">
            <a:extLst>
              <a:ext uri="{FF2B5EF4-FFF2-40B4-BE49-F238E27FC236}">
                <a16:creationId xmlns:a16="http://schemas.microsoft.com/office/drawing/2014/main" id="{869321C6-7EE4-BAD9-D1A7-7C28DDDF0B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등록된 배치를 주기마다 실행하는 기능</a:t>
            </a:r>
          </a:p>
        </p:txBody>
      </p:sp>
      <p:sp>
        <p:nvSpPr>
          <p:cNvPr id="44" name="텍스트 개체 틀 43">
            <a:extLst>
              <a:ext uri="{FF2B5EF4-FFF2-40B4-BE49-F238E27FC236}">
                <a16:creationId xmlns:a16="http://schemas.microsoft.com/office/drawing/2014/main" id="{71E4EA4D-EAD2-DA5C-3F0E-74A83C405F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배치 작업을 등록 한다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b="0" dirty="0">
                <a:solidFill>
                  <a:schemeClr val="tx1"/>
                </a:solidFill>
              </a:rPr>
              <a:t>조회버튼을 클릭하여 데이터를 확인합니다</a:t>
            </a:r>
            <a:r>
              <a:rPr lang="en-US" altLang="ko-KR" b="0" dirty="0">
                <a:solidFill>
                  <a:schemeClr val="tx1"/>
                </a:solidFill>
              </a:rPr>
              <a:t>. (</a:t>
            </a:r>
            <a:r>
              <a:rPr lang="ko-KR" altLang="en-US" b="0" dirty="0">
                <a:solidFill>
                  <a:schemeClr val="tx1"/>
                </a:solidFill>
              </a:rPr>
              <a:t>공장은 로그인 시 선택한 공장 고정입니다</a:t>
            </a:r>
            <a:r>
              <a:rPr lang="en-US" altLang="ko-KR" b="0" dirty="0">
                <a:solidFill>
                  <a:schemeClr val="tx1"/>
                </a:solidFill>
              </a:rPr>
              <a:t>.)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ko-KR" altLang="en-US" b="0" dirty="0">
                <a:solidFill>
                  <a:schemeClr val="tx1"/>
                </a:solidFill>
              </a:rPr>
              <a:t>등록된 배치 작업등을 확인 할 수 있습니다</a:t>
            </a:r>
            <a:r>
              <a:rPr lang="en-US" altLang="ko-KR" b="0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AutoNum type="arabicPeriod"/>
            </a:pPr>
            <a:endParaRPr lang="en-US" altLang="ko-KR" b="0" dirty="0">
              <a:solidFill>
                <a:schemeClr val="tx1"/>
              </a:solidFill>
            </a:endParaRPr>
          </a:p>
        </p:txBody>
      </p:sp>
      <p:sp>
        <p:nvSpPr>
          <p:cNvPr id="22" name="텍스트 개체 틀 45">
            <a:extLst>
              <a:ext uri="{FF2B5EF4-FFF2-40B4-BE49-F238E27FC236}">
                <a16:creationId xmlns:a16="http://schemas.microsoft.com/office/drawing/2014/main" id="{7294893D-D1A3-9BB4-519D-ADE8A5F81E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49709" y="5433259"/>
            <a:ext cx="2232000" cy="1800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조회 조건 확인 버튼</a:t>
            </a:r>
          </a:p>
        </p:txBody>
      </p:sp>
      <p:sp>
        <p:nvSpPr>
          <p:cNvPr id="23" name="텍스트 개체 틀 47">
            <a:extLst>
              <a:ext uri="{FF2B5EF4-FFF2-40B4-BE49-F238E27FC236}">
                <a16:creationId xmlns:a16="http://schemas.microsoft.com/office/drawing/2014/main" id="{5801A78D-1E2D-0B98-A9E3-60BDC6FC6158}"/>
              </a:ext>
            </a:extLst>
          </p:cNvPr>
          <p:cNvSpPr txBox="1">
            <a:spLocks/>
          </p:cNvSpPr>
          <p:nvPr/>
        </p:nvSpPr>
        <p:spPr>
          <a:xfrm>
            <a:off x="6578962" y="5407414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>
                <a:solidFill>
                  <a:schemeClr val="bg1"/>
                </a:solidFill>
              </a:rPr>
              <a:t>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텍스트 개체 틀 47">
            <a:extLst>
              <a:ext uri="{FF2B5EF4-FFF2-40B4-BE49-F238E27FC236}">
                <a16:creationId xmlns:a16="http://schemas.microsoft.com/office/drawing/2014/main" id="{522ECD62-23FD-861C-6A73-40ED11593CFC}"/>
              </a:ext>
            </a:extLst>
          </p:cNvPr>
          <p:cNvSpPr txBox="1">
            <a:spLocks/>
          </p:cNvSpPr>
          <p:nvPr/>
        </p:nvSpPr>
        <p:spPr>
          <a:xfrm>
            <a:off x="6578962" y="5628408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텍스트 개체 틀 47">
            <a:extLst>
              <a:ext uri="{FF2B5EF4-FFF2-40B4-BE49-F238E27FC236}">
                <a16:creationId xmlns:a16="http://schemas.microsoft.com/office/drawing/2014/main" id="{F8B8D417-EEF5-BBE6-6F6A-1CA35B672FEA}"/>
              </a:ext>
            </a:extLst>
          </p:cNvPr>
          <p:cNvSpPr txBox="1">
            <a:spLocks/>
          </p:cNvSpPr>
          <p:nvPr/>
        </p:nvSpPr>
        <p:spPr>
          <a:xfrm>
            <a:off x="6578962" y="5849401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텍스트 개체 틀 47">
            <a:extLst>
              <a:ext uri="{FF2B5EF4-FFF2-40B4-BE49-F238E27FC236}">
                <a16:creationId xmlns:a16="http://schemas.microsoft.com/office/drawing/2014/main" id="{77FBBCFF-1368-264A-C960-2224FCC79FA2}"/>
              </a:ext>
            </a:extLst>
          </p:cNvPr>
          <p:cNvSpPr txBox="1">
            <a:spLocks/>
          </p:cNvSpPr>
          <p:nvPr/>
        </p:nvSpPr>
        <p:spPr>
          <a:xfrm>
            <a:off x="6578962" y="6070394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텍스트 개체 틀 47">
            <a:extLst>
              <a:ext uri="{FF2B5EF4-FFF2-40B4-BE49-F238E27FC236}">
                <a16:creationId xmlns:a16="http://schemas.microsoft.com/office/drawing/2014/main" id="{B0945CD8-CC0F-FFF7-D31C-C0C42AF8FF7A}"/>
              </a:ext>
            </a:extLst>
          </p:cNvPr>
          <p:cNvSpPr txBox="1">
            <a:spLocks/>
          </p:cNvSpPr>
          <p:nvPr/>
        </p:nvSpPr>
        <p:spPr>
          <a:xfrm>
            <a:off x="6578962" y="6291388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텍스트 개체 틀 45">
            <a:extLst>
              <a:ext uri="{FF2B5EF4-FFF2-40B4-BE49-F238E27FC236}">
                <a16:creationId xmlns:a16="http://schemas.microsoft.com/office/drawing/2014/main" id="{1FD2E7CC-4038-284C-B1A4-AE5E4D89E0A4}"/>
              </a:ext>
            </a:extLst>
          </p:cNvPr>
          <p:cNvSpPr txBox="1">
            <a:spLocks/>
          </p:cNvSpPr>
          <p:nvPr/>
        </p:nvSpPr>
        <p:spPr>
          <a:xfrm>
            <a:off x="6949709" y="5655985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조회 버튼</a:t>
            </a:r>
            <a:r>
              <a:rPr lang="en-US" altLang="ko-KR" dirty="0"/>
              <a:t>(</a:t>
            </a:r>
            <a:r>
              <a:rPr lang="ko-KR" altLang="en-US" dirty="0"/>
              <a:t>등록된 기간별 목표 </a:t>
            </a:r>
            <a:r>
              <a:rPr lang="en-US" altLang="ko-KR" dirty="0"/>
              <a:t>OEE</a:t>
            </a:r>
            <a:r>
              <a:rPr lang="ko-KR" altLang="en-US" dirty="0"/>
              <a:t>를 조회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0" name="텍스트 개체 틀 47">
            <a:extLst>
              <a:ext uri="{FF2B5EF4-FFF2-40B4-BE49-F238E27FC236}">
                <a16:creationId xmlns:a16="http://schemas.microsoft.com/office/drawing/2014/main" id="{DDD6EDC9-A762-9F43-B4B1-BA050FFB0616}"/>
              </a:ext>
            </a:extLst>
          </p:cNvPr>
          <p:cNvSpPr txBox="1">
            <a:spLocks/>
          </p:cNvSpPr>
          <p:nvPr/>
        </p:nvSpPr>
        <p:spPr>
          <a:xfrm>
            <a:off x="9206027" y="5407414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텍스트 개체 틀 47">
            <a:extLst>
              <a:ext uri="{FF2B5EF4-FFF2-40B4-BE49-F238E27FC236}">
                <a16:creationId xmlns:a16="http://schemas.microsoft.com/office/drawing/2014/main" id="{A91F5CDE-545B-4223-A62C-BFD82C88138E}"/>
              </a:ext>
            </a:extLst>
          </p:cNvPr>
          <p:cNvSpPr txBox="1">
            <a:spLocks/>
          </p:cNvSpPr>
          <p:nvPr/>
        </p:nvSpPr>
        <p:spPr>
          <a:xfrm>
            <a:off x="9206027" y="5628408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텍스트 개체 틀 47">
            <a:extLst>
              <a:ext uri="{FF2B5EF4-FFF2-40B4-BE49-F238E27FC236}">
                <a16:creationId xmlns:a16="http://schemas.microsoft.com/office/drawing/2014/main" id="{00D52C52-E490-F472-F9C7-19CECA8669C6}"/>
              </a:ext>
            </a:extLst>
          </p:cNvPr>
          <p:cNvSpPr txBox="1">
            <a:spLocks/>
          </p:cNvSpPr>
          <p:nvPr/>
        </p:nvSpPr>
        <p:spPr>
          <a:xfrm>
            <a:off x="9206027" y="5849401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텍스트 개체 틀 47">
            <a:extLst>
              <a:ext uri="{FF2B5EF4-FFF2-40B4-BE49-F238E27FC236}">
                <a16:creationId xmlns:a16="http://schemas.microsoft.com/office/drawing/2014/main" id="{AF8B77F3-2365-8629-56DD-8E7817097B45}"/>
              </a:ext>
            </a:extLst>
          </p:cNvPr>
          <p:cNvSpPr txBox="1">
            <a:spLocks/>
          </p:cNvSpPr>
          <p:nvPr/>
        </p:nvSpPr>
        <p:spPr>
          <a:xfrm>
            <a:off x="9206027" y="6070394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텍스트 개체 틀 47">
            <a:extLst>
              <a:ext uri="{FF2B5EF4-FFF2-40B4-BE49-F238E27FC236}">
                <a16:creationId xmlns:a16="http://schemas.microsoft.com/office/drawing/2014/main" id="{F2F3AF20-7E66-A33A-6B18-8A52EAFC67EA}"/>
              </a:ext>
            </a:extLst>
          </p:cNvPr>
          <p:cNvSpPr txBox="1">
            <a:spLocks/>
          </p:cNvSpPr>
          <p:nvPr/>
        </p:nvSpPr>
        <p:spPr>
          <a:xfrm>
            <a:off x="9206027" y="6291388"/>
            <a:ext cx="346429" cy="212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텍스트 개체 틀 45">
            <a:extLst>
              <a:ext uri="{FF2B5EF4-FFF2-40B4-BE49-F238E27FC236}">
                <a16:creationId xmlns:a16="http://schemas.microsoft.com/office/drawing/2014/main" id="{1C79CE02-0035-7CEE-780E-FD6BA674BE97}"/>
              </a:ext>
            </a:extLst>
          </p:cNvPr>
          <p:cNvSpPr txBox="1">
            <a:spLocks/>
          </p:cNvSpPr>
          <p:nvPr/>
        </p:nvSpPr>
        <p:spPr>
          <a:xfrm>
            <a:off x="6949709" y="5878711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옵션 설정</a:t>
            </a:r>
            <a:r>
              <a:rPr lang="en-US" altLang="ko-KR" dirty="0"/>
              <a:t>(</a:t>
            </a:r>
            <a:r>
              <a:rPr lang="ko-KR" altLang="en-US" dirty="0"/>
              <a:t>실행 주기를 변경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7" name="텍스트 개체 틀 45">
            <a:extLst>
              <a:ext uri="{FF2B5EF4-FFF2-40B4-BE49-F238E27FC236}">
                <a16:creationId xmlns:a16="http://schemas.microsoft.com/office/drawing/2014/main" id="{8C6445FE-61E0-FDE8-24F7-CC2C1421AB58}"/>
              </a:ext>
            </a:extLst>
          </p:cNvPr>
          <p:cNvSpPr txBox="1">
            <a:spLocks/>
          </p:cNvSpPr>
          <p:nvPr/>
        </p:nvSpPr>
        <p:spPr>
          <a:xfrm>
            <a:off x="6949709" y="6101437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데이터 입력</a:t>
            </a:r>
            <a:r>
              <a:rPr lang="en-US" altLang="ko-KR" dirty="0"/>
              <a:t>(</a:t>
            </a:r>
            <a:r>
              <a:rPr lang="ko-KR" altLang="en-US" dirty="0"/>
              <a:t>항목 수정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9" name="텍스트 개체 틀 45">
            <a:extLst>
              <a:ext uri="{FF2B5EF4-FFF2-40B4-BE49-F238E27FC236}">
                <a16:creationId xmlns:a16="http://schemas.microsoft.com/office/drawing/2014/main" id="{F72B2926-086C-7E4B-C16D-07C5905AA308}"/>
              </a:ext>
            </a:extLst>
          </p:cNvPr>
          <p:cNvSpPr txBox="1">
            <a:spLocks/>
          </p:cNvSpPr>
          <p:nvPr/>
        </p:nvSpPr>
        <p:spPr>
          <a:xfrm>
            <a:off x="6949709" y="6324164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1" name="텍스트 개체 틀 45">
            <a:extLst>
              <a:ext uri="{FF2B5EF4-FFF2-40B4-BE49-F238E27FC236}">
                <a16:creationId xmlns:a16="http://schemas.microsoft.com/office/drawing/2014/main" id="{82F9E197-E1FD-4C14-7781-745EA744682C}"/>
              </a:ext>
            </a:extLst>
          </p:cNvPr>
          <p:cNvSpPr txBox="1">
            <a:spLocks/>
          </p:cNvSpPr>
          <p:nvPr/>
        </p:nvSpPr>
        <p:spPr>
          <a:xfrm>
            <a:off x="9608161" y="5433259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3" name="텍스트 개체 틀 45">
            <a:extLst>
              <a:ext uri="{FF2B5EF4-FFF2-40B4-BE49-F238E27FC236}">
                <a16:creationId xmlns:a16="http://schemas.microsoft.com/office/drawing/2014/main" id="{973295DC-EC5F-5E4E-11E2-A19E5AD491B4}"/>
              </a:ext>
            </a:extLst>
          </p:cNvPr>
          <p:cNvSpPr txBox="1">
            <a:spLocks/>
          </p:cNvSpPr>
          <p:nvPr/>
        </p:nvSpPr>
        <p:spPr>
          <a:xfrm>
            <a:off x="9608161" y="5655985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5" name="텍스트 개체 틀 45">
            <a:extLst>
              <a:ext uri="{FF2B5EF4-FFF2-40B4-BE49-F238E27FC236}">
                <a16:creationId xmlns:a16="http://schemas.microsoft.com/office/drawing/2014/main" id="{5437B0CD-3677-4CB9-F7F6-3432AF5A5C0A}"/>
              </a:ext>
            </a:extLst>
          </p:cNvPr>
          <p:cNvSpPr txBox="1">
            <a:spLocks/>
          </p:cNvSpPr>
          <p:nvPr/>
        </p:nvSpPr>
        <p:spPr>
          <a:xfrm>
            <a:off x="9608161" y="5878711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7" name="텍스트 개체 틀 45">
            <a:extLst>
              <a:ext uri="{FF2B5EF4-FFF2-40B4-BE49-F238E27FC236}">
                <a16:creationId xmlns:a16="http://schemas.microsoft.com/office/drawing/2014/main" id="{0E30C84A-7616-822B-5B4A-75C27764817A}"/>
              </a:ext>
            </a:extLst>
          </p:cNvPr>
          <p:cNvSpPr txBox="1">
            <a:spLocks/>
          </p:cNvSpPr>
          <p:nvPr/>
        </p:nvSpPr>
        <p:spPr>
          <a:xfrm>
            <a:off x="9608161" y="6101437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9" name="텍스트 개체 틀 45">
            <a:extLst>
              <a:ext uri="{FF2B5EF4-FFF2-40B4-BE49-F238E27FC236}">
                <a16:creationId xmlns:a16="http://schemas.microsoft.com/office/drawing/2014/main" id="{1862FA7D-7E37-CED6-67E1-AD83D244D0EB}"/>
              </a:ext>
            </a:extLst>
          </p:cNvPr>
          <p:cNvSpPr txBox="1">
            <a:spLocks/>
          </p:cNvSpPr>
          <p:nvPr/>
        </p:nvSpPr>
        <p:spPr>
          <a:xfrm>
            <a:off x="9608161" y="6324164"/>
            <a:ext cx="2232000" cy="1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 smtClean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0" indent="0" algn="l" defTabSz="972490" rtl="0" eaLnBrk="1" latin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kumimoji="1" lang="ko-KR" altLang="en-US" sz="900" b="1" kern="1200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460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4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8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3" indent="-228587" algn="l" defTabSz="91434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B54142-358E-E6BF-7037-E43A84ED9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7" y="853761"/>
            <a:ext cx="11111346" cy="2233916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4DB1D4B2-BDED-915A-5A01-0F0D05675B65}"/>
              </a:ext>
            </a:extLst>
          </p:cNvPr>
          <p:cNvSpPr/>
          <p:nvPr/>
        </p:nvSpPr>
        <p:spPr>
          <a:xfrm>
            <a:off x="489527" y="1461964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1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257721-38E0-DE0F-8B16-1EB25A134785}"/>
              </a:ext>
            </a:extLst>
          </p:cNvPr>
          <p:cNvSpPr/>
          <p:nvPr/>
        </p:nvSpPr>
        <p:spPr>
          <a:xfrm>
            <a:off x="648553" y="1655104"/>
            <a:ext cx="310194" cy="215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2DFE25-11E9-9304-7EA0-B8529A038228}"/>
              </a:ext>
            </a:extLst>
          </p:cNvPr>
          <p:cNvSpPr/>
          <p:nvPr/>
        </p:nvSpPr>
        <p:spPr>
          <a:xfrm>
            <a:off x="10473681" y="1638356"/>
            <a:ext cx="500960" cy="215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BD77D05-7966-6329-0578-7EC1D53253B6}"/>
              </a:ext>
            </a:extLst>
          </p:cNvPr>
          <p:cNvSpPr/>
          <p:nvPr/>
        </p:nvSpPr>
        <p:spPr>
          <a:xfrm>
            <a:off x="10330282" y="1419589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2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17" name="그림 16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B6564F-2968-53CC-F427-468B38C8D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706" y="871543"/>
            <a:ext cx="2197131" cy="1965624"/>
          </a:xfrm>
          <a:prstGeom prst="rect">
            <a:avLst/>
          </a:prstGeom>
        </p:spPr>
      </p:pic>
      <p:pic>
        <p:nvPicPr>
          <p:cNvPr id="19" name="그림 18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8FC4AB-2C4E-5E0E-0881-4650C3A92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707" y="1113258"/>
            <a:ext cx="2899950" cy="174113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6A6E3E-4E07-A898-3801-EBF51C0A36D0}"/>
              </a:ext>
            </a:extLst>
          </p:cNvPr>
          <p:cNvSpPr/>
          <p:nvPr/>
        </p:nvSpPr>
        <p:spPr>
          <a:xfrm>
            <a:off x="6923856" y="2841919"/>
            <a:ext cx="500960" cy="215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BB9E0D6-3796-F897-8069-03BB55D7A9D4}"/>
              </a:ext>
            </a:extLst>
          </p:cNvPr>
          <p:cNvSpPr/>
          <p:nvPr/>
        </p:nvSpPr>
        <p:spPr>
          <a:xfrm>
            <a:off x="6780457" y="262315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3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4E2AA07-3DA5-2279-EB6B-92AE8608B6F6}"/>
              </a:ext>
            </a:extLst>
          </p:cNvPr>
          <p:cNvSpPr/>
          <p:nvPr/>
        </p:nvSpPr>
        <p:spPr>
          <a:xfrm>
            <a:off x="7561815" y="2841919"/>
            <a:ext cx="500960" cy="215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0A532F6C-73CE-78DF-BD45-953C40972536}"/>
              </a:ext>
            </a:extLst>
          </p:cNvPr>
          <p:cNvSpPr/>
          <p:nvPr/>
        </p:nvSpPr>
        <p:spPr>
          <a:xfrm>
            <a:off x="7418416" y="262315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4</a:t>
            </a:r>
            <a:endParaRPr lang="ko-KR" altLang="en-US" sz="1000" b="1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148EE4F3-321D-656D-1D01-F9F5D7165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11552"/>
              </p:ext>
            </p:extLst>
          </p:nvPr>
        </p:nvGraphicFramePr>
        <p:xfrm>
          <a:off x="597527" y="3132614"/>
          <a:ext cx="10377114" cy="20726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764">
                  <a:extLst>
                    <a:ext uri="{9D8B030D-6E8A-4147-A177-3AD203B41FA5}">
                      <a16:colId xmlns:a16="http://schemas.microsoft.com/office/drawing/2014/main" val="4219438151"/>
                    </a:ext>
                  </a:extLst>
                </a:gridCol>
                <a:gridCol w="1366982">
                  <a:extLst>
                    <a:ext uri="{9D8B030D-6E8A-4147-A177-3AD203B41FA5}">
                      <a16:colId xmlns:a16="http://schemas.microsoft.com/office/drawing/2014/main" val="2263189467"/>
                    </a:ext>
                  </a:extLst>
                </a:gridCol>
                <a:gridCol w="1385454">
                  <a:extLst>
                    <a:ext uri="{9D8B030D-6E8A-4147-A177-3AD203B41FA5}">
                      <a16:colId xmlns:a16="http://schemas.microsoft.com/office/drawing/2014/main" val="133488250"/>
                    </a:ext>
                  </a:extLst>
                </a:gridCol>
                <a:gridCol w="3519055">
                  <a:extLst>
                    <a:ext uri="{9D8B030D-6E8A-4147-A177-3AD203B41FA5}">
                      <a16:colId xmlns:a16="http://schemas.microsoft.com/office/drawing/2014/main" val="3859698918"/>
                    </a:ext>
                  </a:extLst>
                </a:gridCol>
                <a:gridCol w="2698859">
                  <a:extLst>
                    <a:ext uri="{9D8B030D-6E8A-4147-A177-3AD203B41FA5}">
                      <a16:colId xmlns:a16="http://schemas.microsoft.com/office/drawing/2014/main" val="1198959866"/>
                    </a:ext>
                  </a:extLst>
                </a:gridCol>
              </a:tblGrid>
              <a:tr h="215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 항목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쿼리 및 프로시저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345824"/>
                  </a:ext>
                </a:extLst>
              </a:tr>
              <a:tr h="215982">
                <a:tc rowSpan="8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생산일보 메일 전송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/EXT_MAIL_REPORT2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생산실적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4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EXT_MAIL_PRODUCTION.SEARCH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49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라인별 생산 모니터링 데이터 일별 스냅샷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686272"/>
                  </a:ext>
                </a:extLst>
              </a:tr>
              <a:tr h="215982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직행률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EXT_QMS_DIRECT_PACK_YIELD_SEARCH.SEARCH.LIST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직행률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데이터 일별 스냅샷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359226"/>
                  </a:ext>
                </a:extLst>
              </a:tr>
              <a:tr h="215982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시간가동률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EXT_QMS_OEE_SEARCH.SEARCH.LIST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라인별 시간가동률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Loss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수집 데이터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656820"/>
                  </a:ext>
                </a:extLst>
              </a:tr>
              <a:tr h="215982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설비 알람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Worst5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EXT_MAIL_EQUIPMENT_ALARM_WORST5.SEARCH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라인별 알람 수집 데이터 조회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922674"/>
                  </a:ext>
                </a:extLst>
              </a:tr>
              <a:tr h="215982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직행불량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Worst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EXT_MAIL_FPY_DEFECT_WORST5.SEARCH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라인별 불량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(Defect)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데이터 조회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4969765"/>
                  </a:ext>
                </a:extLst>
              </a:tr>
              <a:tr h="215982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폐기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Worst5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EXT_MAIL_DISCARD_CONFIRM_WORST5.SEARCH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라인별 폐기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(Scrap)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조회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55228"/>
                  </a:ext>
                </a:extLst>
              </a:tr>
              <a:tr h="215982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BM, PD Worst5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EXT_MAIL_BM_PD.SEARCH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라인별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Loss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수집 데이터 조회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39167"/>
                  </a:ext>
                </a:extLst>
              </a:tr>
              <a:tr h="215982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raw Data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SP_DAILY_REPORT_RAWDATA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생산실적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,Loss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수집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직행불량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raw Data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0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5812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 sz="12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813616-60b0-4e6b-9e4e-05a08dd4efd1">
      <Terms xmlns="http://schemas.microsoft.com/office/infopath/2007/PartnerControls"/>
    </lcf76f155ced4ddcb4097134ff3c332f>
    <TaxCatchAll xmlns="cda8ff23-c037-4d0f-8ee2-dc4809a5083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2A0B040413B194B99BB8393B1CDC3D0" ma:contentTypeVersion="14" ma:contentTypeDescription="새 문서를 만듭니다." ma:contentTypeScope="" ma:versionID="a7c4e78d938d0601b105be5eb2c450df">
  <xsd:schema xmlns:xsd="http://www.w3.org/2001/XMLSchema" xmlns:xs="http://www.w3.org/2001/XMLSchema" xmlns:p="http://schemas.microsoft.com/office/2006/metadata/properties" xmlns:ns2="b4813616-60b0-4e6b-9e4e-05a08dd4efd1" xmlns:ns3="cda8ff23-c037-4d0f-8ee2-dc4809a5083d" targetNamespace="http://schemas.microsoft.com/office/2006/metadata/properties" ma:root="true" ma:fieldsID="4b9b0f5935dc08b2eab00d70caf54795" ns2:_="" ns3:_="">
    <xsd:import namespace="b4813616-60b0-4e6b-9e4e-05a08dd4efd1"/>
    <xsd:import namespace="cda8ff23-c037-4d0f-8ee2-dc4809a508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813616-60b0-4e6b-9e4e-05a08dd4ef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이미지 태그" ma:readOnly="false" ma:fieldId="{5cf76f15-5ced-4ddc-b409-7134ff3c332f}" ma:taxonomyMulti="true" ma:sspId="a3c075cf-f228-44eb-9c87-5eb6f707fa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a8ff23-c037-4d0f-8ee2-dc4809a5083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c5630ab-cc43-4d73-930e-b0435750bec7}" ma:internalName="TaxCatchAll" ma:showField="CatchAllData" ma:web="cda8ff23-c037-4d0f-8ee2-dc4809a508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DAF00B-82DD-430B-8BD1-3D1E5F94A2E6}">
  <ds:schemaRefs>
    <ds:schemaRef ds:uri="cda8ff23-c037-4d0f-8ee2-dc4809a5083d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b4813616-60b0-4e6b-9e4e-05a08dd4efd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8D54F0E-78A4-43B6-A9D9-776294805B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813616-60b0-4e6b-9e4e-05a08dd4efd1"/>
    <ds:schemaRef ds:uri="cda8ff23-c037-4d0f-8ee2-dc4809a508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5E1DB9-7E01-498C-8EA7-772EA0640C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11890</TotalTime>
  <Words>1693</Words>
  <Application>Microsoft Office PowerPoint</Application>
  <PresentationFormat>와이드스크린</PresentationFormat>
  <Paragraphs>415</Paragraphs>
  <Slides>14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엠아이큐브솔루션(주)</dc:title>
  <dc:creator>마케팅팀</dc:creator>
  <cp:lastModifiedBy>박 승규</cp:lastModifiedBy>
  <cp:revision>184</cp:revision>
  <cp:lastPrinted>2024-08-26T06:33:50Z</cp:lastPrinted>
  <dcterms:created xsi:type="dcterms:W3CDTF">2023-11-29T00:55:35Z</dcterms:created>
  <dcterms:modified xsi:type="dcterms:W3CDTF">2026-06-29T01:10:25Z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0x01010082A0B040413B194B99BB8393B1CDC3D0</vt:lpwstr>
  </property>
  <property fmtid="{D5CDD505-2E9C-101B-9397-08002B2CF9AE}" pid="3" name="MediaServiceImageTags">
    <vt:lpwstr/>
  </property>
</Properties>
</file>